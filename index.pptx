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notesMaster" Target="notesMasters/notesMaster1.xml" /><Relationship Id="rId49" Type="http://schemas.openxmlformats.org/officeDocument/2006/relationships/viewProps" Target="viewProps.xml" /><Relationship Id="rId48" Type="http://schemas.openxmlformats.org/officeDocument/2006/relationships/presProps" Target="presProps.xml" /><Relationship Id="rId1" Type="http://schemas.openxmlformats.org/officeDocument/2006/relationships/slideMaster" Target="slideMasters/slideMaster1.xml" /><Relationship Id="rId51" Type="http://schemas.openxmlformats.org/officeDocument/2006/relationships/tableStyles" Target="tableStyles.xml" /><Relationship Id="rId5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2022-06-09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Slide</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Header?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content in section header?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section</a:t>
            </a:r>
          </a:p>
        </p:txBody>
      </p:sp>
      <p:sp>
        <p:nvSpPr>
          <p:cNvPr id="3" name="Content Placeholder 2"/>
          <p:cNvSpPr>
            <a:spLocks noGrp="1"/>
          </p:cNvSpPr>
          <p:nvPr>
            <p:ph idx="1"/>
          </p:nvPr>
        </p:nvSpPr>
        <p:spPr/>
        <p:txBody>
          <a:bodyPr/>
          <a:lstStyle/>
          <a:p>
            <a:pPr lvl="0"/>
            <a:r>
              <a:rPr/>
              <a:t>some text</a:t>
            </a:r>
          </a:p>
          <a:p>
            <a:pPr lvl="0"/>
            <a:r>
              <a:rPr/>
              <a:t>another bullet point</a:t>
            </a:r>
          </a:p>
          <a:p>
            <a:pPr lvl="0"/>
            <a:r>
              <a:rPr b="1"/>
              <a:t>bold</a:t>
            </a:r>
          </a:p>
          <a:p>
            <a:pPr lvl="0"/>
            <a:r>
              <a:rPr i="1"/>
              <a:t>italics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this is a level three headers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2026-09-23T14:08:19Z</dcterms:created>
  <dcterms:modified xsi:type="dcterms:W3CDTF">2026-09-23T14:08:19Z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2022-06-09</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