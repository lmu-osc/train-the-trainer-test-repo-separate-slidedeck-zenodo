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Test repository for separate slide decks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3"/>
              </a:rPr>
              <a:t>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repository for separate slide decks</dc:title>
  <dc:creator>Sarah von Grebmer</dc:creator>
  <cp:keywords/>
  <dcterms:created xsi:type="dcterms:W3CDTF">2026-04-15T15:42:18Z</dcterms:created>
  <dcterms:modified xsi:type="dcterms:W3CDTF">2026-04-15T15:42:18Z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