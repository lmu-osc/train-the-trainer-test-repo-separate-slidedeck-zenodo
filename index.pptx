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notesMaster" Target="notesMasters/notesMaster1.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0.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jp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4.jp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2020-03-03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Slide</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This is a callout box test</a:t>
            </a:r>
          </a:p>
          <a:p>
            <a:pPr lvl="0" indent="0" marL="0">
              <a:buNone/>
            </a:pPr>
            <a:r>
              <a:rPr/>
              <a:t>Test citation </a:t>
            </a:r>
            <a:r>
              <a:rPr>
                <a:hlinkClick r:id="rId2" action="ppaction://hlinksldjump"/>
              </a:rPr>
              <a:t>Jackson (1990)</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Header?</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content in section header?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3568700" y="863600"/>
            <a:ext cx="5105400" cy="3060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3568700" y="1244600"/>
            <a:ext cx="5105400" cy="1790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3568700" y="2108200"/>
            <a:ext cx="5105400" cy="584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3568700" y="1803400"/>
            <a:ext cx="5105400" cy="1181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Jackson, P. (1990). The Daily Grind. In </a:t>
            </a:r>
            <a:r>
              <a:rPr i="1"/>
              <a:t>Life in Classrooms</a:t>
            </a:r>
            <a:r>
              <a:rPr/>
              <a:t> (2nd ed., pp. 34–35). Teachers College Press.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2026-09-23T06:57:52Z</dcterms:created>
  <dcterms:modified xsi:type="dcterms:W3CDTF">2026-09-23T06:57:52Z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2020-03-03</vt:lpwstr>
  </property>
  <property fmtid="{D5CDD505-2E9C-101B-9397-08002B2CF9AE}" pid="8" name="footer">
    <vt:lpwstr>hello there footer</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