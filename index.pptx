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 Id="rId3"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4.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2020-09-30</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Prerequisites</a:t>
            </a:r>
          </a:p>
        </p:txBody>
      </p:sp>
      <p:sp>
        <p:nvSpPr>
          <p:cNvPr id="4" name="Text Placeholder 3"/>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Prerequisites (cont.)</a:t>
            </a:r>
          </a:p>
        </p:txBody>
      </p:sp>
      <p:sp>
        <p:nvSpPr>
          <p:cNvPr id="4" name="Text Placeholder 3"/>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3568700" y="863600"/>
            <a:ext cx="5105400" cy="30607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3568700" y="1244600"/>
            <a:ext cx="5105400" cy="1790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Copyright: © FastArcher.</a:t>
            </a:r>
          </a:p>
        </p:txBody>
      </p:sp>
      <p:sp>
        <p:nvSpPr>
          <p:cNvPr id="3" name="Content Placeholder 2"/>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3568700" y="2108200"/>
            <a:ext cx="5105400" cy="584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 (cont.)</a:t>
            </a:r>
          </a:p>
        </p:txBody>
      </p:sp>
      <p:sp>
        <p:nvSpPr>
          <p:cNvPr id="4" name="Text Placeholder 3"/>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3568700" y="1803400"/>
            <a:ext cx="5105400" cy="1181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342900" marL="685800">
              <a:buAutoNum type="arabicPeriod"/>
            </a:pPr>
            <a:r>
              <a:rPr/>
              <a:t>Author: all authors’ last names and initials.</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342900" marL="685800">
              <a:buAutoNum type="arabicPeriod"/>
            </a:pPr>
            <a:r>
              <a:rPr/>
              <a:t>Author: all authors’ last names and initials.</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876300"/>
                <a:gridCol w="1600200"/>
                <a:gridCol w="1003300"/>
                <a:gridCol w="4749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876300"/>
                <a:gridCol w="1600200"/>
                <a:gridCol w="1003300"/>
                <a:gridCol w="4749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Short exercise</a:t>
            </a:r>
          </a:p>
        </p:txBody>
      </p:sp>
      <p:sp>
        <p:nvSpPr>
          <p:cNvPr id="3" name="Content Placeholder 2"/>
          <p:cNvSpPr>
            <a:spLocks noGrp="1"/>
          </p:cNvSpPr>
          <p:nvPr>
            <p:ph idx="1"/>
          </p:nvPr>
        </p:nvSpPr>
        <p:spPr/>
        <p:txBody>
          <a:bodyPr/>
          <a:lstStyle/>
          <a:p>
            <a:pPr lvl="0" indent="0" marL="0">
              <a:buNone/>
            </a:pPr>
            <a:r>
              <a:rPr/>
              <a:t>Use a minute to think about which citation format is used in </a:t>
            </a:r>
            <a:r>
              <a:rPr b="1"/>
              <a:t>your field</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 Check-In</a:t>
            </a:r>
          </a:p>
        </p:txBody>
      </p:sp>
      <p:sp>
        <p:nvSpPr>
          <p:cNvPr id="3" name="Content Placeholder 2"/>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session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 Contribution Statement - TO DO</a:t>
            </a:r>
          </a:p>
        </p:txBody>
      </p:sp>
      <p:sp>
        <p:nvSpPr>
          <p:cNvPr id="3" name="Content Placeholder 2"/>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2026-09-24T09:18:17Z</dcterms:created>
  <dcterms:modified xsi:type="dcterms:W3CDTF">2026-09-24T09:18:17Z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2020-09-30</vt:lpwstr>
  </property>
  <property fmtid="{D5CDD505-2E9C-101B-9397-08002B2CF9AE}" pid="8" name="footer">
    <vt:lpwstr>hello there footer</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