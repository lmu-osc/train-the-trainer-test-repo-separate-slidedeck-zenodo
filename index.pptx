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20"/>
    <p:restoredTop sz="94660"/>
  </p:normalViewPr>
  <p:slideViewPr>
    <p:cSldViewPr snapToGrid="0">
      <p:cViewPr varScale="1">
        <p:scale>
          <a:sx d="100" n="75"/>
          <a:sy d="100" n="75"/>
        </p:scale>
        <p:origin x="874" y="43"/>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 Id="rId44" Type="http://schemas.openxmlformats.org/officeDocument/2006/relationships/viewProps" Target="view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C0D80282-B9AD-46AC-8F7B-174883973D43}" type="datetimeFigureOut">
              <a:rPr lang="de-DE" smtClean="0"/>
              <a:pPr/>
              <a:t>07.07.2026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23/08/2026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Words>
  <Application>Microsoft Office PowerPoint</Application>
  <PresentationFormat>Widescreen</PresentationFormat>
  <Paragraphs>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2026-08-23T23:11:24Z</dcterms:created>
  <dcterms:modified xsi:type="dcterms:W3CDTF">2026-08-23T23:11:24Z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23/08/2026</vt:lpwstr>
  </property>
  <property fmtid="{D5CDD505-2E9C-101B-9397-08002B2CF9AE}" pid="8" name="date-format">
    <vt:lpwstr>DD/MM/YYYY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