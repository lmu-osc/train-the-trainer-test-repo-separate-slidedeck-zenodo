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notesMaster" Target="notesMasters/notesMaster1.xml" /><Relationship Id="rId47" Type="http://schemas.openxmlformats.org/officeDocument/2006/relationships/tableStyles" Target="tableStyles.xml" /><Relationship Id="rId1" Type="http://schemas.openxmlformats.org/officeDocument/2006/relationships/slideMaster" Target="slideMasters/slideMaster1.xml" /><Relationship Id="rId46" Type="http://schemas.openxmlformats.org/officeDocument/2006/relationships/theme" Target="theme/theme1.xml" /><Relationship Id="rId45" Type="http://schemas.openxmlformats.org/officeDocument/2006/relationships/viewProps" Target="viewProps.xml" /><Relationship Id="rId44"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8.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22/09/2026</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Testing Slide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1270000">
              <a:buNone/>
            </a:pPr>
            <a:r>
              <a:rPr sz="2000" b="1"/>
              <a:t>Tip</a:t>
            </a:r>
          </a:p>
          <a:p>
            <a:pPr lvl="0" indent="0" marL="1270000">
              <a:buNone/>
            </a:pPr>
            <a:r>
              <a:rPr sz="2000"/>
              <a:t>This is a callout box test</a:t>
            </a:r>
          </a:p>
          <a:p>
            <a:pPr lvl="0" indent="0" marL="0">
              <a:buNone/>
            </a:pPr>
            <a:r>
              <a:rPr/>
              <a:t>Test citation </a:t>
            </a:r>
            <a:r>
              <a:rPr>
                <a:hlinkClick r:id="rId2" action="ppaction://hlinksldjump"/>
              </a:rPr>
              <a:t>Jackson (1990)</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Jackson, P. (1990). The Daily Grind. In </a:t>
            </a:r>
            <a:r>
              <a:rPr i="1"/>
              <a:t>Life in Classrooms</a:t>
            </a:r>
            <a:r>
              <a:rPr/>
              <a:t> (2nd ed., pp. 34–35). Teachers College Press.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2026-09-22T06:06:53Z</dcterms:created>
  <dcterms:modified xsi:type="dcterms:W3CDTF">2026-09-22T06:06:53Z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22/09/2026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