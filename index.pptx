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notesMaster" Target="notesMasters/notesMaster1.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 Id="rId45"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8.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Testing Slide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2026-09-21T17:52:08Z</dcterms:created>
  <dcterms:modified xsi:type="dcterms:W3CDTF">2026-09-21T17:52:08Z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21/09/2026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