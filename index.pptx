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4.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2020-09-30</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3568700" y="863600"/>
            <a:ext cx="5105400" cy="30607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3568700" y="1244600"/>
            <a:ext cx="5105400" cy="1790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3568700" y="2108200"/>
            <a:ext cx="5105400" cy="584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3568700" y="1803400"/>
            <a:ext cx="5105400" cy="1181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342900" marL="685800">
              <a:buAutoNum type="arabicPeriod"/>
            </a:pPr>
            <a:r>
              <a:rPr/>
              <a:t>Author: all authors’ last names and initials.</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876300"/>
                <a:gridCol w="1600200"/>
                <a:gridCol w="1003300"/>
                <a:gridCol w="4749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2026-09-23T14:38:05Z</dcterms:created>
  <dcterms:modified xsi:type="dcterms:W3CDTF">2026-09-23T14:38:05Z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2020-09-30</vt:lpwstr>
  </property>
  <property fmtid="{D5CDD505-2E9C-101B-9397-08002B2CF9AE}" pid="8" name="footer">
    <vt:lpwstr>hello there footer</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