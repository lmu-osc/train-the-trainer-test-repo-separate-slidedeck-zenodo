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373" autoAdjust="0"/>
    <p:restoredTop sz="94697" autoAdjust="0"/>
  </p:normalViewPr>
  <p:slideViewPr>
    <p:cSldViewPr snapToGrid="0" snapToObjects="1">
      <p:cViewPr varScale="1">
        <p:scale>
          <a:sx n="108" d="100"/>
          <a:sy n="108" d="100"/>
        </p:scale>
        <p:origin x="232" y="3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166963"/>
            <a:ext cx="10363200" cy="1362075"/>
          </a:xfrm>
        </p:spPr>
        <p:txBody>
          <a:bodyPr anchor="t"/>
          <a:lstStyle>
            <a:lvl1pPr algn="l">
              <a:defRPr sz="3733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1611879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8414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60973" y="6365491"/>
            <a:ext cx="1818468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678" y="6365489"/>
            <a:ext cx="2746644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12559" y="6365488"/>
            <a:ext cx="1818468" cy="298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45371" y="6300321"/>
            <a:ext cx="1143429" cy="42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189" rtl="0" eaLnBrk="1" latinLnBrk="0" hangingPunct="1">
        <a:spcBef>
          <a:spcPct val="0"/>
        </a:spcBef>
        <a:buNone/>
        <a:defRPr sz="3733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457189" indent="-457189" algn="l" defTabSz="457189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68331" indent="-461422" algn="l" defTabSz="457189" rtl="0" eaLnBrk="1" latinLnBrk="0" hangingPunct="1">
        <a:spcBef>
          <a:spcPct val="20000"/>
        </a:spcBef>
        <a:buFont typeface="Wingdings" pitchFamily="2" charset="2"/>
        <a:buChar char="§"/>
        <a:tabLst/>
        <a:defRPr sz="20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9322" indent="-452955" algn="l" defTabSz="457189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160" indent="-461422" algn="l" defTabSz="457189" rtl="0" eaLnBrk="1" latinLnBrk="0" hangingPunct="1">
        <a:spcBef>
          <a:spcPct val="20000"/>
        </a:spcBef>
        <a:buFont typeface="Arial"/>
        <a:buChar char="–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989617" indent="-450839" algn="l" defTabSz="457189" rtl="0" eaLnBrk="1" latinLnBrk="0" hangingPunct="1">
        <a:spcBef>
          <a:spcPct val="20000"/>
        </a:spcBef>
        <a:buFont typeface="Arial"/>
        <a:buChar char="»"/>
        <a:tabLst/>
        <a:defRPr sz="16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2" userDrawn="1">
          <p15:clr>
            <a:srgbClr val="F26B43"/>
          </p15:clr>
        </p15:guide>
        <p15:guide id="2" pos="128" userDrawn="1">
          <p15:clr>
            <a:srgbClr val="F26B43"/>
          </p15:clr>
        </p15:guide>
        <p15:guide id="3" orient="horz" pos="4208" userDrawn="1">
          <p15:clr>
            <a:srgbClr val="F26B43"/>
          </p15:clr>
        </p15:guide>
        <p15:guide id="4" pos="7552" userDrawn="1">
          <p15:clr>
            <a:srgbClr val="F26B43"/>
          </p15:clr>
        </p15:guide>
        <p15:guide id="5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67</Words>
  <Application>Microsoft Macintosh PowerPoint</Application>
  <PresentationFormat>Widescreen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30</cp:revision>
  <dcterms:created xsi:type="dcterms:W3CDTF">2017-06-05T14:10:58Z</dcterms:created>
  <dcterms:modified xsi:type="dcterms:W3CDTF">2026-09-23T14:33:05Z</dcterms:modified>
</cp:coreProperties>
</file>