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726" autoAdjust="0"/>
  </p:normalViewPr>
  <p:slideViewPr>
    <p:cSldViewPr snapToGrid="0" snapToObjects="1">
      <p:cViewPr varScale="1">
        <p:scale>
          <a:sx n="165" d="100"/>
          <a:sy n="165" d="100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9/23/26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61B09C1-B224-518F-0685-9136C57B0A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1B80E6-457B-EDED-0211-B71E27394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738F11-4DF9-41BE-57C0-5A8B9808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ED1F55-3CE9-F618-3510-EE96FDC54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16AEA6-DD6E-40D4-2DDA-E355C068A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D632E70-5D06-CAE0-ED30-149A6C1E3F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22313" y="2375222"/>
            <a:ext cx="7772400" cy="1021556"/>
          </a:xfrm>
        </p:spPr>
        <p:txBody>
          <a:bodyPr anchor="t"/>
          <a:lstStyle>
            <a:lvl1pPr algn="l">
              <a:defRPr sz="2800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1208909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A3D4B62-A9D4-A224-853C-F47B5EEC33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227C7C-21CB-0721-ADC3-A51EEAD5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30E53C-392D-BD97-174E-961B24066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3BFD42A-B99F-B332-F96E-677E56BC9A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7917CDB-D8CE-FB9A-9950-24117F9B85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61EF569-90C9-0E39-2DB2-EBF7BACC7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C6779744-BA8A-1AED-290E-865E62914D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1848E229-50B2-977A-CF44-3D42D118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20842B77-B6EE-65F3-DC92-E2534256F0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BAFF52C-BDE9-B757-3F2E-97BB80768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5405DF6-2DBE-DEB9-2870-BF132FA01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168DBF4-2CFD-1E51-8AC7-982150A403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DEAED-D9B3-6E1B-0491-58CD791C90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F0CD55-CE9E-DB6C-0EC3-1B10A9E5C4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FEDD56-48D3-8D4B-FA52-B62AB7006E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E6D5126F-053F-910F-7F76-D928AC613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EEF7D04-FF72-0698-CE48-A9A4F70D7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8B1F07D-59FC-87D1-1BB5-7C8671105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29EE7C5F-ABAD-CC52-7A14-40327B830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DB013600-FEC1-B326-2FA5-44299E516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5CA6B3C-BACA-8A65-B5EF-54019213D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633ABB9-0FD6-00F4-2186-D3425C9073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CF2A15A-E38D-BBA2-F6E5-F54E8EE4F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52F930-079C-2B09-0620-3D5F46770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E35559A-56D2-4FD7-4D20-D71F4C8215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340C61-838A-D2E9-36F0-C1EB6496D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0F46CA0-DC5C-0E94-9C04-A3785DB5C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/>
            <a:r>
              <a:rPr lang="en-US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8991600" y="0"/>
            <a:ext cx="152400" cy="51435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8111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995729" y="4774118"/>
            <a:ext cx="1363851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2008" y="4774116"/>
            <a:ext cx="2059983" cy="22383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784419" y="4774116"/>
            <a:ext cx="1363851" cy="2238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 dirty="0"/>
              <a:t>Slide </a:t>
            </a:r>
            <a:fld id="{C5EF2332-01BF-834F-8236-50238282D533}" type="slidenum">
              <a:rPr lang="en-US" smtClean="0"/>
              <a:pPr algn="ctr"/>
              <a:t>‹#›</a:t>
            </a:fld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7F87F00D-71B3-247C-7322-26988D4CF4A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134028" y="4725240"/>
            <a:ext cx="857572" cy="3215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342900" rtl="0" eaLnBrk="1" latinLnBrk="0" hangingPunct="1">
        <a:spcBef>
          <a:spcPct val="0"/>
        </a:spcBef>
        <a:buNone/>
        <a:defRPr sz="2800" b="1" i="0" kern="1200">
          <a:solidFill>
            <a:schemeClr val="tx1"/>
          </a:solidFill>
          <a:latin typeface="Aptos ExtraBold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576263" indent="-346075" algn="l" defTabSz="342900" rtl="0" eaLnBrk="1" latinLnBrk="0" hangingPunct="1">
        <a:spcBef>
          <a:spcPct val="20000"/>
        </a:spcBef>
        <a:buFont typeface="Wingdings" pitchFamily="2" charset="2"/>
        <a:buChar char="§"/>
        <a:tabLst/>
        <a:defRPr sz="16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862013" indent="-339725" algn="l" defTabSz="342900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4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200150" indent="-346075" algn="l" defTabSz="342900" rtl="0" eaLnBrk="1" latinLnBrk="0" hangingPunct="1">
        <a:spcBef>
          <a:spcPct val="20000"/>
        </a:spcBef>
        <a:buFont typeface="Arial"/>
        <a:buChar char="–"/>
        <a:tabLst/>
        <a:defRPr sz="12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492250" indent="-338138" algn="l" defTabSz="342900" rtl="0" eaLnBrk="1" latinLnBrk="0" hangingPunct="1">
        <a:spcBef>
          <a:spcPct val="20000"/>
        </a:spcBef>
        <a:buFont typeface="Arial"/>
        <a:buChar char="»"/>
        <a:tabLst/>
        <a:defRPr sz="1200" b="0" i="0" kern="1200">
          <a:solidFill>
            <a:schemeClr val="tx1">
              <a:lumMod val="65000"/>
              <a:lumOff val="35000"/>
            </a:schemeClr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4" userDrawn="1">
          <p15:clr>
            <a:srgbClr val="F26B43"/>
          </p15:clr>
        </p15:guide>
        <p15:guide id="2" pos="96" userDrawn="1">
          <p15:clr>
            <a:srgbClr val="F26B43"/>
          </p15:clr>
        </p15:guide>
        <p15:guide id="3" orient="horz" pos="3156" userDrawn="1">
          <p15:clr>
            <a:srgbClr val="F26B43"/>
          </p15:clr>
        </p15:guide>
        <p15:guide id="4" pos="5664" userDrawn="1">
          <p15:clr>
            <a:srgbClr val="F26B43"/>
          </p15:clr>
        </p15:guide>
        <p15:guide id="5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95729" y="4774118"/>
            <a:ext cx="1363851" cy="223839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542008" y="4774116"/>
            <a:ext cx="2059983" cy="223839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84419" y="4774116"/>
            <a:ext cx="1363851" cy="223840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67</Words>
  <Application>Microsoft Macintosh PowerPoint</Application>
  <PresentationFormat>On-screen Show (16:9)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ExtraBold</vt:lpstr>
      <vt:lpstr>Arial</vt:lpstr>
      <vt:lpstr>Calibri</vt:lpstr>
      <vt:lpstr>Courier New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28</cp:revision>
  <dcterms:created xsi:type="dcterms:W3CDTF">2017-06-05T14:10:58Z</dcterms:created>
  <dcterms:modified xsi:type="dcterms:W3CDTF">2026-09-23T14:11:43Z</dcterms:modified>
</cp:coreProperties>
</file>