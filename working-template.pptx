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B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726" autoAdjust="0"/>
  </p:normalViewPr>
  <p:slideViewPr>
    <p:cSldViewPr snapToGrid="0" snapToObjects="1">
      <p:cViewPr varScale="1">
        <p:scale>
          <a:sx n="165" d="100"/>
          <a:sy n="165" d="100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B09C1-B224-518F-0685-9136C57B0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1B80E6-457B-EDED-0211-B71E2739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8F11-4DF9-41BE-57C0-5A8B9808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D1F55-3CE9-F618-3510-EE96FDC5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16AEA6-DD6E-40D4-2DDA-E355C06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32E70-5D06-CAE0-ED30-149A6C1E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95D47B-82BE-FA8D-B3D0-43C1EF89F98F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2375222"/>
            <a:ext cx="7772400" cy="1021556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1208909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3D4B62-A9D4-A224-853C-F47B5EEC3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227C7C-21CB-0721-ADC3-A51EEAD5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30E53C-392D-BD97-174E-961B24066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D8B8CE-DBC2-402F-F776-7642508B65A2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3BFD42A-B99F-B332-F96E-677E56BC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7917CDB-D8CE-FB9A-9950-24117F9B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1EF569-90C9-0E39-2DB2-EBF7BACC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C6C71-8D4C-B542-9542-DE3F868C8BC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6779744-BA8A-1AED-290E-865E6291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1848E229-50B2-977A-CF44-3D42D118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0842B77-B6EE-65F3-DC92-E253425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8081C7-8D63-717B-E81C-FB6B04A7D54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BAFF52C-BDE9-B757-3F2E-97BB8076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405DF6-2DBE-DEB9-2870-BF132FA0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8DBF4-2CFD-1E51-8AC7-982150A4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EB6D96-52B9-49DF-A40F-D3028B8FC97F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DEAED-D9B3-6E1B-0491-58CD791C9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0CD55-CE9E-DB6C-0EC3-1B10A9E5C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EDD56-48D3-8D4B-FA52-B62AB700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F01941-7737-2934-6952-CCA6B638ACA0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6D5126F-053F-910F-7F76-D928AC61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EEF7D04-FF72-0698-CE48-A9A4F70D7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B1F07D-59FC-87D1-1BB5-7C867110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13ACB6-AD35-166A-7095-CE78FB7C65DC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9EE7C5F-ABAD-CC52-7A14-40327B83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B013600-FEC1-B326-2FA5-44299E51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5CA6B3C-BACA-8A65-B5EF-5401921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6DC9D-A966-EA21-E561-10535CC769C8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33ABB9-0FD6-00F4-2186-D3425C907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F2A15A-E38D-BBA2-F6E5-F54E8EE4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52F930-079C-2B09-0620-3D5F46770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B907D2-6A5F-9B5B-F5B4-C4FEA6389021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35559A-56D2-4FD7-4D20-D71F4C821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340C61-838A-D2E9-36F0-C1EB6496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6CA0-DC5C-0E94-9C04-A3785DB5C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4BE907-8A33-EAC8-E40E-042F62D8A32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8111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95729" y="4774118"/>
            <a:ext cx="1363851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008" y="4774116"/>
            <a:ext cx="2059983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© LMU Open Science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84419" y="4774116"/>
            <a:ext cx="1363851" cy="2238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 dirty="0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87F00D-71B3-247C-7322-26988D4CF4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34028" y="4725240"/>
            <a:ext cx="857572" cy="321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3429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576263" indent="-346075" algn="l" defTabSz="342900" rtl="0" eaLnBrk="1" latinLnBrk="0" hangingPunct="1">
        <a:spcBef>
          <a:spcPct val="20000"/>
        </a:spcBef>
        <a:buFont typeface="Wingdings" pitchFamily="2" charset="2"/>
        <a:buChar char="§"/>
        <a:tabLst/>
        <a:defRPr sz="1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862013" indent="-339725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6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200150" indent="-346075" algn="l" defTabSz="342900" rtl="0" eaLnBrk="1" latinLnBrk="0" hangingPunct="1">
        <a:spcBef>
          <a:spcPct val="20000"/>
        </a:spcBef>
        <a:buFont typeface="Arial"/>
        <a:buChar char="–"/>
        <a:tabLst/>
        <a:defRPr sz="1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492250" indent="-338138" algn="l" defTabSz="342900" rtl="0" eaLnBrk="1" latinLnBrk="0" hangingPunct="1">
        <a:spcBef>
          <a:spcPct val="20000"/>
        </a:spcBef>
        <a:buFont typeface="Arial"/>
        <a:buChar char="»"/>
        <a:tabLst/>
        <a:defRPr sz="1400" b="0" i="0" kern="1200">
          <a:solidFill>
            <a:schemeClr val="tx1">
              <a:lumMod val="65000"/>
              <a:lumOff val="3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" userDrawn="1">
          <p15:clr>
            <a:srgbClr val="F26B43"/>
          </p15:clr>
        </p15:guide>
        <p15:guide id="2" pos="96" userDrawn="1">
          <p15:clr>
            <a:srgbClr val="F26B43"/>
          </p15:clr>
        </p15:guide>
        <p15:guide id="3" orient="horz" pos="3156" userDrawn="1">
          <p15:clr>
            <a:srgbClr val="F26B43"/>
          </p15:clr>
        </p15:guide>
        <p15:guide id="4" pos="5664" userDrawn="1">
          <p15:clr>
            <a:srgbClr val="F26B43"/>
          </p15:clr>
        </p15:guide>
        <p15:guide id="5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2DD3-4C0E-CF95-0659-A1E04D16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B2E45-A946-074A-068E-1E42DFC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FCDA6-E006-238B-CCC4-EE3B425DB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54E8-DE02-E9BD-65EC-F8FE5267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3233-FBA7-8299-FED0-18A3AF792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1F541-912D-071C-AD06-98F2B3702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5467AE-143E-1232-2977-1EE7C653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51179C-A0C6-853A-DDDD-EA559AD4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7DA2F-8FDB-880B-3B9A-47D426F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67</Words>
  <Application>Microsoft Macintosh PowerPoint</Application>
  <PresentationFormat>On-screen Show (16:9)</PresentationFormat>
  <Paragraphs>23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Courier New</vt:lpstr>
      <vt:lpstr>Verdana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25</cp:revision>
  <dcterms:created xsi:type="dcterms:W3CDTF">2017-06-05T14:10:58Z</dcterms:created>
  <dcterms:modified xsi:type="dcterms:W3CDTF">2026-09-23T13:28:55Z</dcterms:modified>
</cp:coreProperties>
</file>