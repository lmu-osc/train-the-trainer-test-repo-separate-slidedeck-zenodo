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5643" autoAdjust="0"/>
    <p:restoredTop sz="94726" autoAdjust="0"/>
  </p:normalViewPr>
  <p:slideViewPr>
    <p:cSldViewPr snapToGrid="0" snapToObjects="1">
      <p:cViewPr varScale="1">
        <p:scale>
          <a:sx n="165" d="100"/>
          <a:sy n="165" d="100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9/23/26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</a:t>
            </a:r>
            <a:r>
              <a:rPr lang="en-US" baseline="0" dirty="0"/>
              <a:t> is a note</a:t>
            </a:r>
          </a:p>
          <a:p>
            <a:endParaRPr lang="en-US" baseline="0" dirty="0"/>
          </a:p>
          <a:p>
            <a:r>
              <a:rPr lang="en-US" baseline="0" dirty="0"/>
              <a:t>With another paragraph.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3191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</a:t>
            </a:r>
            <a:r>
              <a:rPr lang="en-US" baseline="0" dirty="0"/>
              <a:t> speaker note on </a:t>
            </a:r>
            <a:r>
              <a:rPr lang="en-US" baseline="0"/>
              <a:t>this slide too.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9000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9/23/26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9/23/26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9/23/26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9/23/26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280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1pPr>
      <a:lvl2pPr marL="576263" indent="-346075" algn="l" defTabSz="342900" rtl="0" eaLnBrk="1" latinLnBrk="0" hangingPunct="1">
        <a:spcBef>
          <a:spcPct val="20000"/>
        </a:spcBef>
        <a:buFont typeface="Wingdings" pitchFamily="2" charset="2"/>
        <a:buChar char="§"/>
        <a:tabLst/>
        <a:defRPr sz="1800" b="0" i="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2pPr>
      <a:lvl3pPr marL="862013" indent="-339725" algn="l" defTabSz="342900" rtl="0" eaLnBrk="1" latinLnBrk="0" hangingPunct="1">
        <a:spcBef>
          <a:spcPct val="20000"/>
        </a:spcBef>
        <a:buFont typeface="Courier New" panose="02070309020205020404" pitchFamily="49" charset="0"/>
        <a:buChar char="o"/>
        <a:tabLst/>
        <a:defRPr sz="1600" b="0" i="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3pPr>
      <a:lvl4pPr marL="1200150" indent="-346075" algn="l" defTabSz="342900" rtl="0" eaLnBrk="1" latinLnBrk="0" hangingPunct="1">
        <a:spcBef>
          <a:spcPct val="20000"/>
        </a:spcBef>
        <a:buFont typeface="Arial"/>
        <a:buChar char="–"/>
        <a:tabLst/>
        <a:defRPr sz="1400" b="0" i="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4pPr>
      <a:lvl5pPr marL="1492250" indent="-338138" algn="l" defTabSz="342900" rtl="0" eaLnBrk="1" latinLnBrk="0" hangingPunct="1">
        <a:spcBef>
          <a:spcPct val="20000"/>
        </a:spcBef>
        <a:buFont typeface="Arial"/>
        <a:buChar char="»"/>
        <a:tabLst/>
        <a:defRPr sz="1400" b="0" i="0" kern="1200">
          <a:solidFill>
            <a:schemeClr val="tx1">
              <a:lumMod val="65000"/>
              <a:lumOff val="35000"/>
            </a:schemeClr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Presentation Subtitle</a:t>
            </a:r>
          </a:p>
        </p:txBody>
      </p:sp>
    </p:spTree>
    <p:extLst>
      <p:ext uri="{BB962C8B-B14F-4D97-AF65-F5344CB8AC3E}">
        <p14:creationId xmlns:p14="http://schemas.microsoft.com/office/powerpoint/2010/main" val="3926690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Hello</a:t>
            </a:r>
            <a:r>
              <a:rPr lang="en-US"/>
              <a:t>, world.</a:t>
            </a:r>
          </a:p>
        </p:txBody>
      </p:sp>
    </p:spTree>
    <p:extLst>
      <p:ext uri="{BB962C8B-B14F-4D97-AF65-F5344CB8AC3E}">
        <p14:creationId xmlns:p14="http://schemas.microsoft.com/office/powerpoint/2010/main" val="5727074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Section header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67815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Title for Two-Content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Some content on </a:t>
            </a:r>
            <a:r>
              <a:rPr lang="en-US"/>
              <a:t>the left.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Some content on the right.</a:t>
            </a:r>
          </a:p>
        </p:txBody>
      </p:sp>
    </p:spTree>
    <p:extLst>
      <p:ext uri="{BB962C8B-B14F-4D97-AF65-F5344CB8AC3E}">
        <p14:creationId xmlns:p14="http://schemas.microsoft.com/office/powerpoint/2010/main" val="13246211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0" baseType="lpstr">
      <vt:lpstr>Arial</vt:lpstr>
      <vt:lpstr>Calibri</vt:lpstr>
      <vt:lpstr>Courier New</vt:lpstr>
      <vt:lpstr>Verdana</vt:lpstr>
      <vt:lpstr>Wingdings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Jesse Rosenthal</dc:creator>
  <cp:lastModifiedBy>Patrick Callahan</cp:lastModifiedBy>
  <cp:revision>9</cp:revision>
  <dcterms:created xsi:type="dcterms:W3CDTF">2017-06-05T14:10:58Z</dcterms:created>
  <dcterms:modified xsi:type="dcterms:W3CDTF">2026-09-23T12:52:09Z</dcterms:modified>
</cp:coreProperties>
</file>