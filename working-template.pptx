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370" autoAdjust="0"/>
    <p:restoredTop sz="94697" autoAdjust="0"/>
  </p:normalViewPr>
  <p:slideViewPr>
    <p:cSldViewPr snapToGrid="0" snapToObjects="1">
      <p:cViewPr varScale="1">
        <p:scale>
          <a:sx n="104" d="100"/>
          <a:sy n="104" d="100"/>
        </p:scale>
        <p:origin x="224" y="4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B09C1-B224-518F-0685-9136C57B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B80E6-457B-EDED-0211-B71E2739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38F11-4DF9-41BE-57C0-5A8B9808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D1F55-3CE9-F618-3510-EE96FDC5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AEA6-DD6E-40D4-2DDA-E355C06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32E70-5D06-CAE0-ED30-149A6C1E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5D47B-82BE-FA8D-B3D0-43C1EF89F98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166963"/>
            <a:ext cx="10363200" cy="1362075"/>
          </a:xfrm>
        </p:spPr>
        <p:txBody>
          <a:bodyPr anchor="t"/>
          <a:lstStyle>
            <a:lvl1pPr algn="l">
              <a:defRPr sz="3733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611879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D4B62-A9D4-A224-853C-F47B5EEC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27C7C-21CB-0721-ADC3-A51EEAD5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0E53C-392D-BD97-174E-961B2406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8B8CE-DBC2-402F-F776-7642508B65A2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3BFD42A-B99F-B332-F96E-677E56BC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7917CDB-D8CE-FB9A-9950-24117F9B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1EF569-90C9-0E39-2DB2-EBF7BACC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C6C71-8D4C-B542-9542-DE3F868C8BC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6779744-BA8A-1AED-290E-865E6291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848E229-50B2-977A-CF44-3D42D118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0842B77-B6EE-65F3-DC92-E253425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081C7-8D63-717B-E81C-FB6B04A7D54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AFF52C-BDE9-B757-3F2E-97BB8076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405DF6-2DBE-DEB9-2870-BF132FA0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68DBF4-2CFD-1E51-8AC7-982150A4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B6D96-52B9-49DF-A40F-D3028B8FC97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DEAED-D9B3-6E1B-0491-58CD791C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0CD55-CE9E-DB6C-0EC3-1B10A9E5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EDD56-48D3-8D4B-FA52-B62AB700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F01941-7737-2934-6952-CCA6B638ACA0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6D5126F-053F-910F-7F76-D928AC61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EEF7D04-FF72-0698-CE48-A9A4F70D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B1F07D-59FC-87D1-1BB5-7C867110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ACB6-AD35-166A-7095-CE78FB7C65DC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EE7C5F-ABAD-CC52-7A14-40327B83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B013600-FEC1-B326-2FA5-44299E51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CA6B3C-BACA-8A65-B5EF-54019213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6DC9D-A966-EA21-E561-10535CC769C8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3ABB9-0FD6-00F4-2186-D3425C90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2A15A-E38D-BBA2-F6E5-F54E8EE4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2F930-079C-2B09-0620-3D5F4677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907D2-6A5F-9B5B-F5B4-C4FEA6389021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35559A-56D2-4FD7-4D20-D71F4C82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340C61-838A-D2E9-36F0-C1EB6496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46CA0-DC5C-0E94-9C04-A3785DB5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BE907-8A33-EAC8-E40E-042F62D8A32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8414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0973" y="6365491"/>
            <a:ext cx="1818468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678" y="6365489"/>
            <a:ext cx="2746644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LMU Open Science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12559" y="6365488"/>
            <a:ext cx="1818468" cy="29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 dirty="0"/>
              <a:t>Slide </a:t>
            </a:r>
            <a:fld id="{C5EF2332-01BF-834F-8236-50238282D533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C9838F-E9D5-154A-4897-DCE30A8465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200" y="6300320"/>
            <a:ext cx="1143429" cy="4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189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Aptos ExtraBold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457189" indent="-457189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68331" indent="-461422" algn="l" defTabSz="457189" rtl="0" eaLnBrk="1" latinLnBrk="0" hangingPunct="1">
        <a:spcBef>
          <a:spcPct val="20000"/>
        </a:spcBef>
        <a:buFont typeface="Wingdings" pitchFamily="2" charset="2"/>
        <a:buChar char="§"/>
        <a:tabLst/>
        <a:defRPr sz="20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9322" indent="-452955" algn="l" defTabSz="457189" rtl="0" eaLnBrk="1" latinLnBrk="0" hangingPunct="1">
        <a:spcBef>
          <a:spcPct val="20000"/>
        </a:spcBef>
        <a:buFont typeface="Courier New" panose="02070309020205020404" pitchFamily="49" charset="0"/>
        <a:buChar char="o"/>
        <a:tabLst/>
        <a:defRPr sz="18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461422" algn="l" defTabSz="457189" rtl="0" eaLnBrk="1" latinLnBrk="0" hangingPunct="1">
        <a:spcBef>
          <a:spcPct val="20000"/>
        </a:spcBef>
        <a:buFont typeface="Arial"/>
        <a:buChar char="–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989617" indent="-450839" algn="l" defTabSz="457189" rtl="0" eaLnBrk="1" latinLnBrk="0" hangingPunct="1">
        <a:spcBef>
          <a:spcPct val="20000"/>
        </a:spcBef>
        <a:buFont typeface="Arial"/>
        <a:buChar char="»"/>
        <a:tabLst/>
        <a:defRPr sz="1600" b="0" i="0" kern="1200">
          <a:solidFill>
            <a:schemeClr val="tx1">
              <a:lumMod val="65000"/>
              <a:lumOff val="35000"/>
            </a:schemeClr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2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orient="horz" pos="4208" userDrawn="1">
          <p15:clr>
            <a:srgbClr val="F26B43"/>
          </p15:clr>
        </p15:guide>
        <p15:guide id="4" pos="7552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2DD3-4C0E-CF95-0659-A1E04D16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B2E45-A946-074A-068E-1E42DFC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FCDA6-E006-238B-CCC4-EE3B425D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54E8-DE02-E9BD-65EC-F8FE5267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3233-FBA7-8299-FED0-18A3AF79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F541-912D-071C-AD06-98F2B370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467AE-143E-1232-2977-1EE7C653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79C-A0C6-853A-DDDD-EA559AD4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DA2F-8FDB-880B-3B9A-47D426F0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67</Words>
  <Application>Microsoft Macintosh PowerPoint</Application>
  <PresentationFormat>Widescreen</PresentationFormat>
  <Paragraphs>23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ExtraBold</vt:lpstr>
      <vt:lpstr>Arial</vt:lpstr>
      <vt:lpstr>Calibri</vt:lpstr>
      <vt:lpstr>Courier New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Patrick Callahan</cp:lastModifiedBy>
  <cp:revision>33</cp:revision>
  <dcterms:created xsi:type="dcterms:W3CDTF">2017-06-05T14:10:58Z</dcterms:created>
  <dcterms:modified xsi:type="dcterms:W3CDTF">2026-09-23T15:01:33Z</dcterms:modified>
</cp:coreProperties>
</file>