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5" d="100"/>
          <a:sy n="165" d="100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811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95729" y="4774118"/>
            <a:ext cx="1363851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008" y="4774116"/>
            <a:ext cx="2059983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84419" y="4774116"/>
            <a:ext cx="1363851" cy="2238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F00D-71B3-247C-7322-26988D4CF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34028" y="4725240"/>
            <a:ext cx="857572" cy="32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3429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576263" indent="-346075" algn="l" defTabSz="342900" rtl="0" eaLnBrk="1" latinLnBrk="0" hangingPunct="1">
        <a:spcBef>
          <a:spcPct val="20000"/>
        </a:spcBef>
        <a:buFont typeface="Wingdings" pitchFamily="2" charset="2"/>
        <a:buChar char="§"/>
        <a:tabLst/>
        <a:defRPr sz="1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862013" indent="-339725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6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200150" indent="-346075" algn="l" defTabSz="342900" rtl="0" eaLnBrk="1" latinLnBrk="0" hangingPunct="1">
        <a:spcBef>
          <a:spcPct val="20000"/>
        </a:spcBef>
        <a:buFont typeface="Arial"/>
        <a:buChar char="–"/>
        <a:tabLst/>
        <a:defRPr sz="1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492250" indent="-338138" algn="l" defTabSz="342900" rtl="0" eaLnBrk="1" latinLnBrk="0" hangingPunct="1">
        <a:spcBef>
          <a:spcPct val="20000"/>
        </a:spcBef>
        <a:buFont typeface="Arial"/>
        <a:buChar char="»"/>
        <a:tabLst/>
        <a:defRPr sz="1400" b="0" i="0" kern="1200">
          <a:solidFill>
            <a:schemeClr val="tx1">
              <a:lumMod val="65000"/>
              <a:lumOff val="3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" userDrawn="1">
          <p15:clr>
            <a:srgbClr val="F26B43"/>
          </p15:clr>
        </p15:guide>
        <p15:guide id="2" pos="96" userDrawn="1">
          <p15:clr>
            <a:srgbClr val="F26B43"/>
          </p15:clr>
        </p15:guide>
        <p15:guide id="3" orient="horz" pos="3156" userDrawn="1">
          <p15:clr>
            <a:srgbClr val="F26B43"/>
          </p15:clr>
        </p15:guide>
        <p15:guide id="4" pos="5664" userDrawn="1">
          <p15:clr>
            <a:srgbClr val="F26B43"/>
          </p15:clr>
        </p15:guide>
        <p15:guide id="5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67</Words>
  <Application>Microsoft Macintosh PowerPoint</Application>
  <PresentationFormat>On-screen Show (16:9)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Courier New</vt:lpstr>
      <vt:lpstr>Verdana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22</cp:revision>
  <dcterms:created xsi:type="dcterms:W3CDTF">2017-06-05T14:10:58Z</dcterms:created>
  <dcterms:modified xsi:type="dcterms:W3CDTF">2026-09-23T13:26:36Z</dcterms:modified>
</cp:coreProperties>
</file>