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B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8370" autoAdjust="0"/>
    <p:restoredTop sz="94697" autoAdjust="0"/>
  </p:normalViewPr>
  <p:slideViewPr>
    <p:cSldViewPr snapToGrid="0" snapToObjects="1">
      <p:cViewPr varScale="1">
        <p:scale>
          <a:sx n="104" d="100"/>
          <a:sy n="104" d="100"/>
        </p:scale>
        <p:origin x="224" y="46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1B09C1-B224-518F-0685-9136C57B0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1B80E6-457B-EDED-0211-B71E2739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738F11-4DF9-41BE-57C0-5A8B9808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ED1F55-3CE9-F618-3510-EE96FDC54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16AEA6-DD6E-40D4-2DDA-E355C068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632E70-5D06-CAE0-ED30-149A6C1E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95D47B-82BE-FA8D-B3D0-43C1EF89F98F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63084" y="3166963"/>
            <a:ext cx="10363200" cy="1362075"/>
          </a:xfrm>
        </p:spPr>
        <p:txBody>
          <a:bodyPr anchor="t"/>
          <a:lstStyle>
            <a:lvl1pPr algn="l">
              <a:defRPr sz="3733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1611879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3D4B62-A9D4-A224-853C-F47B5EEC3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227C7C-21CB-0721-ADC3-A51EEAD51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30E53C-392D-BD97-174E-961B24066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D8B8CE-DBC2-402F-F776-7642508B65A2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3BFD42A-B99F-B332-F96E-677E56BC9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7917CDB-D8CE-FB9A-9950-24117F9B8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61EF569-90C9-0E39-2DB2-EBF7BACC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4C6C71-8D4C-B542-9542-DE3F868C8BCD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6779744-BA8A-1AED-290E-865E62914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1848E229-50B2-977A-CF44-3D42D1183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20842B77-B6EE-65F3-DC92-E2534256F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8081C7-8D63-717B-E81C-FB6B04A7D54D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BAFF52C-BDE9-B757-3F2E-97BB80768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5405DF6-2DBE-DEB9-2870-BF132FA01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68DBF4-2CFD-1E51-8AC7-982150A40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EB6D96-52B9-49DF-A40F-D3028B8FC97F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9DEAED-D9B3-6E1B-0491-58CD791C9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F0CD55-CE9E-DB6C-0EC3-1B10A9E5C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FEDD56-48D3-8D4B-FA52-B62AB7006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EF01941-7737-2934-6952-CCA6B638ACA0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6D5126F-053F-910F-7F76-D928AC613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EEF7D04-FF72-0698-CE48-A9A4F70D7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B1F07D-59FC-87D1-1BB5-7C8671105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13ACB6-AD35-166A-7095-CE78FB7C65DC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9EE7C5F-ABAD-CC52-7A14-40327B830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B013600-FEC1-B326-2FA5-44299E516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5CA6B3C-BACA-8A65-B5EF-54019213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D6DC9D-A966-EA21-E561-10535CC769C8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33ABB9-0FD6-00F4-2186-D3425C907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F2A15A-E38D-BBA2-F6E5-F54E8EE4F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52F930-079C-2B09-0620-3D5F46770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B907D2-6A5F-9B5B-F5B4-C4FEA6389021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35559A-56D2-4FD7-4D20-D71F4C821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340C61-838A-D2E9-36F0-C1EB6496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F46CA0-DC5C-0E94-9C04-A3785DB5C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4BE907-8A33-EAC8-E40E-042F62D8A32D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18414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60973" y="6365491"/>
            <a:ext cx="1818468" cy="2984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22678" y="6365489"/>
            <a:ext cx="2746644" cy="2984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© LMU Open Science Center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12559" y="6365488"/>
            <a:ext cx="1818468" cy="2984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 dirty="0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0C9838F-E9D5-154A-4897-DCE30A8465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3200" y="6300320"/>
            <a:ext cx="1143429" cy="428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457189" rtl="0" eaLnBrk="1" latinLnBrk="0" hangingPunct="1">
        <a:spcBef>
          <a:spcPct val="0"/>
        </a:spcBef>
        <a:buNone/>
        <a:defRPr sz="3733" b="1" i="0" kern="1200">
          <a:solidFill>
            <a:schemeClr val="tx1"/>
          </a:solidFill>
          <a:latin typeface="Aptos ExtraBold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457189" indent="-457189" algn="l" defTabSz="457189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768331" indent="-461422" algn="l" defTabSz="457189" rtl="0" eaLnBrk="1" latinLnBrk="0" hangingPunct="1">
        <a:spcBef>
          <a:spcPct val="20000"/>
        </a:spcBef>
        <a:buFont typeface="Wingdings" pitchFamily="2" charset="2"/>
        <a:buChar char="§"/>
        <a:tabLst/>
        <a:defRPr sz="20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9322" indent="-452955" algn="l" defTabSz="457189" rtl="0" eaLnBrk="1" latinLnBrk="0" hangingPunct="1">
        <a:spcBef>
          <a:spcPct val="20000"/>
        </a:spcBef>
        <a:buFont typeface="Courier New" panose="02070309020205020404" pitchFamily="49" charset="0"/>
        <a:buChar char="o"/>
        <a:tabLst/>
        <a:defRPr sz="18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160" indent="-461422" algn="l" defTabSz="457189" rtl="0" eaLnBrk="1" latinLnBrk="0" hangingPunct="1">
        <a:spcBef>
          <a:spcPct val="20000"/>
        </a:spcBef>
        <a:buFont typeface="Arial"/>
        <a:buChar char="–"/>
        <a:tabLst/>
        <a:defRPr sz="16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1989617" indent="-450839" algn="l" defTabSz="457189" rtl="0" eaLnBrk="1" latinLnBrk="0" hangingPunct="1">
        <a:spcBef>
          <a:spcPct val="20000"/>
        </a:spcBef>
        <a:buFont typeface="Arial"/>
        <a:buChar char="»"/>
        <a:tabLst/>
        <a:defRPr sz="1600" b="0" i="0" kern="1200">
          <a:solidFill>
            <a:schemeClr val="tx1">
              <a:lumMod val="65000"/>
              <a:lumOff val="35000"/>
            </a:schemeClr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743131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200320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657509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4114697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2" userDrawn="1">
          <p15:clr>
            <a:srgbClr val="F26B43"/>
          </p15:clr>
        </p15:guide>
        <p15:guide id="2" pos="128" userDrawn="1">
          <p15:clr>
            <a:srgbClr val="F26B43"/>
          </p15:clr>
        </p15:guide>
        <p15:guide id="3" orient="horz" pos="4208" userDrawn="1">
          <p15:clr>
            <a:srgbClr val="F26B43"/>
          </p15:clr>
        </p15:guide>
        <p15:guide id="4" pos="7552" userDrawn="1">
          <p15:clr>
            <a:srgbClr val="F26B43"/>
          </p15:clr>
        </p15:guide>
        <p15:guide id="5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02DD3-4C0E-CF95-0659-A1E04D1646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0973" y="6365491"/>
            <a:ext cx="1818468" cy="298452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B2E45-A946-074A-068E-1E42DFCDD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22678" y="6365489"/>
            <a:ext cx="2746644" cy="298452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7FCDA6-E006-238B-CCC4-EE3B425DB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12559" y="6365488"/>
            <a:ext cx="1818468" cy="298453"/>
          </a:xfrm>
        </p:spPr>
        <p:txBody>
          <a:bodyPr/>
          <a:lstStyle/>
          <a:p>
            <a:fld id="{C5EF2332-01BF-834F-8236-50238282D5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5354E8-DE02-E9BD-65EC-F8FE5267D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0973" y="6365491"/>
            <a:ext cx="1818468" cy="298452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133233-FBA7-8299-FED0-18A3AF792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22678" y="6365489"/>
            <a:ext cx="2746644" cy="298452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61F541-912D-071C-AD06-98F2B3702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12559" y="6365488"/>
            <a:ext cx="1818468" cy="298453"/>
          </a:xfrm>
        </p:spPr>
        <p:txBody>
          <a:bodyPr/>
          <a:lstStyle/>
          <a:p>
            <a:fld id="{C5EF2332-01BF-834F-8236-50238282D5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5467AE-143E-1232-2977-1EE7C653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0973" y="6365491"/>
            <a:ext cx="1818468" cy="298452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51179C-A0C6-853A-DDDD-EA559AD4D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22678" y="6365489"/>
            <a:ext cx="2746644" cy="298452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57DA2F-8FDB-880B-3B9A-47D426F02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12559" y="6365488"/>
            <a:ext cx="1818468" cy="298453"/>
          </a:xfrm>
        </p:spPr>
        <p:txBody>
          <a:bodyPr/>
          <a:lstStyle/>
          <a:p>
            <a:fld id="{C5EF2332-01BF-834F-8236-50238282D5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67</Words>
  <Application>Microsoft Macintosh PowerPoint</Application>
  <PresentationFormat>Widescreen</PresentationFormat>
  <Paragraphs>23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Aptos</vt:lpstr>
      <vt:lpstr>Aptos ExtraBold</vt:lpstr>
      <vt:lpstr>Arial</vt:lpstr>
      <vt:lpstr>Calibri</vt:lpstr>
      <vt:lpstr>Courier New</vt:lpstr>
      <vt:lpstr>Wingdings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Patrick Callahan</cp:lastModifiedBy>
  <cp:revision>31</cp:revision>
  <dcterms:created xsi:type="dcterms:W3CDTF">2017-06-05T14:10:58Z</dcterms:created>
  <dcterms:modified xsi:type="dcterms:W3CDTF">2026-09-23T14:37:50Z</dcterms:modified>
</cp:coreProperties>
</file>