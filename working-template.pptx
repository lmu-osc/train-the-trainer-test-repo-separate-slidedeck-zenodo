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2375222"/>
            <a:ext cx="7772400" cy="1021556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1208909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811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5729" y="4774118"/>
            <a:ext cx="1363851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9/23/26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008" y="4774116"/>
            <a:ext cx="2059983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84419" y="4774116"/>
            <a:ext cx="1363851" cy="2238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34028" y="4725240"/>
            <a:ext cx="857572" cy="32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342900" rtl="0" eaLnBrk="1" latinLnBrk="0" hangingPunct="1">
        <a:spcBef>
          <a:spcPct val="0"/>
        </a:spcBef>
        <a:buNone/>
        <a:defRPr sz="2800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4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2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" userDrawn="1">
          <p15:clr>
            <a:srgbClr val="F26B43"/>
          </p15:clr>
        </p15:guide>
        <p15:guide id="2" pos="96" userDrawn="1">
          <p15:clr>
            <a:srgbClr val="F26B43"/>
          </p15:clr>
        </p15:guide>
        <p15:guide id="3" orient="horz" pos="3156" userDrawn="1">
          <p15:clr>
            <a:srgbClr val="F26B43"/>
          </p15:clr>
        </p15:guide>
        <p15:guide id="4" pos="5664" userDrawn="1">
          <p15:clr>
            <a:srgbClr val="F26B43"/>
          </p15:clr>
        </p15:guide>
        <p15:guide id="5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9/23/26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67</Words>
  <Application>Microsoft Macintosh PowerPoint</Application>
  <PresentationFormat>On-screen Show (16:9)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27</cp:revision>
  <dcterms:created xsi:type="dcterms:W3CDTF">2017-06-05T14:10:58Z</dcterms:created>
  <dcterms:modified xsi:type="dcterms:W3CDTF">2026-09-23T13:33:27Z</dcterms:modified>
</cp:coreProperties>
</file>