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notesMaster" Target="notesMasters/notesMaster1.xml" /><Relationship Id="rId49" Type="http://schemas.openxmlformats.org/officeDocument/2006/relationships/viewProps" Target="viewProps.xml" /><Relationship Id="rId48" Type="http://schemas.openxmlformats.org/officeDocument/2006/relationships/presProps" Target="presProps.xml" /><Relationship Id="rId1" Type="http://schemas.openxmlformats.org/officeDocument/2006/relationships/slideMaster" Target="slideMasters/slideMaster1.xml" /><Relationship Id="rId51" Type="http://schemas.openxmlformats.org/officeDocument/2006/relationships/tableStyles" Target="tableStyles.xml" /><Relationship Id="rId5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9/23/26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sp>
        <p:nvSpPr>
          <p:cNvPr id="7" name="Date Placeholder 6">
            <a:extLst>
              <a:ext uri="{FF2B5EF4-FFF2-40B4-BE49-F238E27FC236}">
                <a16:creationId xmlns:a16="http://schemas.microsoft.com/office/drawing/2014/main" id="{061B09C1-B224-518F-0685-9136C57B0AAB}"/>
              </a:ext>
            </a:extLst>
          </p:cNvPr>
          <p:cNvSpPr>
            <a:spLocks noGrp="1"/>
          </p:cNvSpPr>
          <p:nvPr>
            <p:ph type="dt" sz="half" idx="10"/>
          </p:nvPr>
        </p:nvSpPr>
        <p:spPr/>
        <p:txBody>
          <a:bodyPr/>
          <a:lstStyle/>
          <a:p>
            <a:pPr algn="ctr"/>
            <a:r>
              <a:rPr lang="en-US"/>
              <a:t>9/23/26</a:t>
            </a:r>
            <a:endParaRPr lang="en-US" dirty="0"/>
          </a:p>
        </p:txBody>
      </p:sp>
      <p:sp>
        <p:nvSpPr>
          <p:cNvPr id="8" name="Footer Placeholder 7">
            <a:extLst>
              <a:ext uri="{FF2B5EF4-FFF2-40B4-BE49-F238E27FC236}">
                <a16:creationId xmlns:a16="http://schemas.microsoft.com/office/drawing/2014/main" id="{DF1B80E6-457B-EDED-0211-B71E2739445B}"/>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9A738F11-4DF9-41BE-57C0-5A8B98080E05}"/>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type="dt" sz="half" idx="10"/>
          </p:nvPr>
        </p:nvSpPr>
        <p:spPr/>
        <p:txBody>
          <a:bodyPr/>
          <a:lstStyle/>
          <a:p>
            <a:pPr algn="ctr"/>
            <a:r>
              <a:rPr lang="en-US"/>
              <a:t>9/23/26</a:t>
            </a:r>
            <a:endParaRPr lang="en-US" dirty="0"/>
          </a:p>
        </p:txBody>
      </p:sp>
      <p:sp>
        <p:nvSpPr>
          <p:cNvPr id="8" name="Footer Placeholder 7">
            <a:extLst>
              <a:ext uri="{FF2B5EF4-FFF2-40B4-BE49-F238E27FC236}">
                <a16:creationId xmlns:a16="http://schemas.microsoft.com/office/drawing/2014/main" id="{0616AEA6-DD6E-40D4-2DDA-E355C068ABA2}"/>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7695D47B-82BE-FA8D-B3D0-43C1EF89F98F}"/>
              </a:ext>
            </a:extLst>
          </p:cNvPr>
          <p:cNvSpPr/>
          <p:nvPr userDrawn="1"/>
        </p:nvSpPr>
        <p:spPr>
          <a:xfrm>
            <a:off x="8991600" y="0"/>
            <a:ext cx="152400" cy="51435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2313" y="2375222"/>
            <a:ext cx="7772400" cy="1021556"/>
          </a:xfrm>
        </p:spPr>
        <p:txBody>
          <a:bodyPr anchor="t"/>
          <a:lstStyle>
            <a:lvl1pPr algn="l">
              <a:defRPr sz="2800" b="1" cap="none"/>
            </a:lvl1pPr>
          </a:lstStyle>
          <a:p>
            <a:r>
              <a:rPr lang="en-US" dirty="0"/>
              <a:t>Click to edit master title style</a:t>
            </a:r>
          </a:p>
        </p:txBody>
      </p:sp>
      <p:sp>
        <p:nvSpPr>
          <p:cNvPr id="3" name="Text Placeholder 2"/>
          <p:cNvSpPr>
            <a:spLocks noGrp="1"/>
          </p:cNvSpPr>
          <p:nvPr>
            <p:ph type="body" idx="1"/>
          </p:nvPr>
        </p:nvSpPr>
        <p:spPr>
          <a:xfrm>
            <a:off x="722313" y="1208909"/>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type="dt" sz="half" idx="10"/>
          </p:nvPr>
        </p:nvSpPr>
        <p:spPr/>
        <p:txBody>
          <a:bodyPr/>
          <a:lstStyle/>
          <a:p>
            <a:pPr algn="ctr"/>
            <a:r>
              <a:rPr lang="en-US"/>
              <a:t>9/23/26</a:t>
            </a:r>
            <a:endParaRPr lang="en-US" dirty="0"/>
          </a:p>
        </p:txBody>
      </p:sp>
      <p:sp>
        <p:nvSpPr>
          <p:cNvPr id="8" name="Footer Placeholder 7">
            <a:extLst>
              <a:ext uri="{FF2B5EF4-FFF2-40B4-BE49-F238E27FC236}">
                <a16:creationId xmlns:a16="http://schemas.microsoft.com/office/drawing/2014/main" id="{FC227C7C-21CB-0721-ADC3-A51EEAD51D56}"/>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64D8B8CE-DBC2-402F-F776-7642508B65A2}"/>
              </a:ext>
            </a:extLst>
          </p:cNvPr>
          <p:cNvSpPr/>
          <p:nvPr userDrawn="1"/>
        </p:nvSpPr>
        <p:spPr>
          <a:xfrm>
            <a:off x="8991600" y="0"/>
            <a:ext cx="152400" cy="51435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53BFD42A-B99F-B332-F96E-677E56BC9A77}"/>
              </a:ext>
            </a:extLst>
          </p:cNvPr>
          <p:cNvSpPr>
            <a:spLocks noGrp="1"/>
          </p:cNvSpPr>
          <p:nvPr>
            <p:ph type="dt" sz="half" idx="10"/>
          </p:nvPr>
        </p:nvSpPr>
        <p:spPr/>
        <p:txBody>
          <a:bodyPr/>
          <a:lstStyle/>
          <a:p>
            <a:pPr algn="ctr"/>
            <a:r>
              <a:rPr lang="en-US"/>
              <a:t>9/23/26</a:t>
            </a:r>
            <a:endParaRPr lang="en-US" dirty="0"/>
          </a:p>
        </p:txBody>
      </p:sp>
      <p:sp>
        <p:nvSpPr>
          <p:cNvPr id="9" name="Footer Placeholder 8">
            <a:extLst>
              <a:ext uri="{FF2B5EF4-FFF2-40B4-BE49-F238E27FC236}">
                <a16:creationId xmlns:a16="http://schemas.microsoft.com/office/drawing/2014/main" id="{E7917CDB-D8CE-FB9A-9950-24117F9B85CA}"/>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761EF569-90C9-0E39-2DB2-EBF7BACC7581}"/>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964C6C71-8D4C-B542-9542-DE3F868C8BCD}"/>
              </a:ext>
            </a:extLst>
          </p:cNvPr>
          <p:cNvSpPr/>
          <p:nvPr userDrawn="1"/>
        </p:nvSpPr>
        <p:spPr>
          <a:xfrm>
            <a:off x="8991600" y="0"/>
            <a:ext cx="152400" cy="51435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Date Placeholder 9">
            <a:extLst>
              <a:ext uri="{FF2B5EF4-FFF2-40B4-BE49-F238E27FC236}">
                <a16:creationId xmlns:a16="http://schemas.microsoft.com/office/drawing/2014/main" id="{C6779744-BA8A-1AED-290E-865E62914D1E}"/>
              </a:ext>
            </a:extLst>
          </p:cNvPr>
          <p:cNvSpPr>
            <a:spLocks noGrp="1"/>
          </p:cNvSpPr>
          <p:nvPr>
            <p:ph type="dt" sz="half" idx="10"/>
          </p:nvPr>
        </p:nvSpPr>
        <p:spPr/>
        <p:txBody>
          <a:bodyPr/>
          <a:lstStyle/>
          <a:p>
            <a:pPr algn="ctr"/>
            <a:r>
              <a:rPr lang="en-US"/>
              <a:t>9/23/26</a:t>
            </a:r>
            <a:endParaRPr lang="en-US" dirty="0"/>
          </a:p>
        </p:txBody>
      </p:sp>
      <p:sp>
        <p:nvSpPr>
          <p:cNvPr id="11" name="Footer Placeholder 10">
            <a:extLst>
              <a:ext uri="{FF2B5EF4-FFF2-40B4-BE49-F238E27FC236}">
                <a16:creationId xmlns:a16="http://schemas.microsoft.com/office/drawing/2014/main" id="{1848E229-50B2-977A-CF44-3D42D1183372}"/>
              </a:ext>
            </a:extLst>
          </p:cNvPr>
          <p:cNvSpPr>
            <a:spLocks noGrp="1"/>
          </p:cNvSpPr>
          <p:nvPr>
            <p:ph type="ftr" sz="quarter" idx="11"/>
          </p:nvPr>
        </p:nvSpPr>
        <p:spPr/>
        <p:txBody>
          <a:bodyPr/>
          <a:lstStyle/>
          <a:p>
            <a:r>
              <a:rPr lang="en-US"/>
              <a:t>© LMU Open Science Center</a:t>
            </a:r>
            <a:endParaRPr lang="en-US" dirty="0"/>
          </a:p>
        </p:txBody>
      </p:sp>
      <p:sp>
        <p:nvSpPr>
          <p:cNvPr id="12" name="Slide Number Placeholder 11">
            <a:extLst>
              <a:ext uri="{FF2B5EF4-FFF2-40B4-BE49-F238E27FC236}">
                <a16:creationId xmlns:a16="http://schemas.microsoft.com/office/drawing/2014/main" id="{20842B77-B6EE-65F3-DC92-E2534256F029}"/>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7" name="Rectangle 6">
            <a:extLst>
              <a:ext uri="{FF2B5EF4-FFF2-40B4-BE49-F238E27FC236}">
                <a16:creationId xmlns:a16="http://schemas.microsoft.com/office/drawing/2014/main" id="{178081C7-8D63-717B-E81C-FB6B04A7D54D}"/>
              </a:ext>
            </a:extLst>
          </p:cNvPr>
          <p:cNvSpPr/>
          <p:nvPr userDrawn="1"/>
        </p:nvSpPr>
        <p:spPr>
          <a:xfrm>
            <a:off x="8991600" y="0"/>
            <a:ext cx="152400" cy="51435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EBAFF52C-BDE9-B757-3F2E-97BB80768043}"/>
              </a:ext>
            </a:extLst>
          </p:cNvPr>
          <p:cNvSpPr>
            <a:spLocks noGrp="1"/>
          </p:cNvSpPr>
          <p:nvPr>
            <p:ph type="dt" sz="half" idx="10"/>
          </p:nvPr>
        </p:nvSpPr>
        <p:spPr/>
        <p:txBody>
          <a:bodyPr/>
          <a:lstStyle/>
          <a:p>
            <a:pPr algn="ctr"/>
            <a:r>
              <a:rPr lang="en-US"/>
              <a:t>9/23/26</a:t>
            </a:r>
            <a:endParaRPr lang="en-US" dirty="0"/>
          </a:p>
        </p:txBody>
      </p:sp>
      <p:sp>
        <p:nvSpPr>
          <p:cNvPr id="7" name="Footer Placeholder 6">
            <a:extLst>
              <a:ext uri="{FF2B5EF4-FFF2-40B4-BE49-F238E27FC236}">
                <a16:creationId xmlns:a16="http://schemas.microsoft.com/office/drawing/2014/main" id="{E5405DF6-2DBE-DEB9-2870-BF132FA011E6}"/>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2168DBF4-2CFD-1E51-8AC7-982150A40374}"/>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3" name="Rectangle 2">
            <a:extLst>
              <a:ext uri="{FF2B5EF4-FFF2-40B4-BE49-F238E27FC236}">
                <a16:creationId xmlns:a16="http://schemas.microsoft.com/office/drawing/2014/main" id="{BCEB6D96-52B9-49DF-A40F-D3028B8FC97F}"/>
              </a:ext>
            </a:extLst>
          </p:cNvPr>
          <p:cNvSpPr/>
          <p:nvPr userDrawn="1"/>
        </p:nvSpPr>
        <p:spPr>
          <a:xfrm>
            <a:off x="8991600" y="0"/>
            <a:ext cx="152400" cy="51435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809DEAED-D9B3-6E1B-0491-58CD791C90BA}"/>
              </a:ext>
            </a:extLst>
          </p:cNvPr>
          <p:cNvSpPr>
            <a:spLocks noGrp="1"/>
          </p:cNvSpPr>
          <p:nvPr>
            <p:ph type="dt" sz="half" idx="10"/>
          </p:nvPr>
        </p:nvSpPr>
        <p:spPr/>
        <p:txBody>
          <a:bodyPr/>
          <a:lstStyle/>
          <a:p>
            <a:pPr algn="ctr"/>
            <a:r>
              <a:rPr lang="en-US"/>
              <a:t>9/23/26</a:t>
            </a:r>
            <a:endParaRPr lang="en-US" dirty="0"/>
          </a:p>
        </p:txBody>
      </p:sp>
      <p:sp>
        <p:nvSpPr>
          <p:cNvPr id="6" name="Footer Placeholder 5">
            <a:extLst>
              <a:ext uri="{FF2B5EF4-FFF2-40B4-BE49-F238E27FC236}">
                <a16:creationId xmlns:a16="http://schemas.microsoft.com/office/drawing/2014/main" id="{77F0CD55-CE9E-DB6C-0EC3-1B10A9E5C45B}"/>
              </a:ext>
            </a:extLst>
          </p:cNvPr>
          <p:cNvSpPr>
            <a:spLocks noGrp="1"/>
          </p:cNvSpPr>
          <p:nvPr>
            <p:ph type="ftr" sz="quarter" idx="11"/>
          </p:nvPr>
        </p:nvSpPr>
        <p:spPr/>
        <p:txBody>
          <a:bodyPr/>
          <a:lstStyle/>
          <a:p>
            <a:r>
              <a:rPr lang="en-US"/>
              <a:t>© LMU Open Science Center</a:t>
            </a:r>
            <a:endParaRPr lang="en-US" dirty="0"/>
          </a:p>
        </p:txBody>
      </p:sp>
      <p:sp>
        <p:nvSpPr>
          <p:cNvPr id="7" name="Slide Number Placeholder 6">
            <a:extLst>
              <a:ext uri="{FF2B5EF4-FFF2-40B4-BE49-F238E27FC236}">
                <a16:creationId xmlns:a16="http://schemas.microsoft.com/office/drawing/2014/main" id="{E9FEDD56-48D3-8D4B-FA52-B62AB7006E2A}"/>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2" name="Rectangle 1">
            <a:extLst>
              <a:ext uri="{FF2B5EF4-FFF2-40B4-BE49-F238E27FC236}">
                <a16:creationId xmlns:a16="http://schemas.microsoft.com/office/drawing/2014/main" id="{7EF01941-7737-2934-6952-CCA6B638ACA0}"/>
              </a:ext>
            </a:extLst>
          </p:cNvPr>
          <p:cNvSpPr/>
          <p:nvPr userDrawn="1"/>
        </p:nvSpPr>
        <p:spPr>
          <a:xfrm>
            <a:off x="8991600" y="0"/>
            <a:ext cx="152400" cy="51435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8" name="Date Placeholder 7">
            <a:extLst>
              <a:ext uri="{FF2B5EF4-FFF2-40B4-BE49-F238E27FC236}">
                <a16:creationId xmlns:a16="http://schemas.microsoft.com/office/drawing/2014/main" id="{E6D5126F-053F-910F-7F76-D928AC61372D}"/>
              </a:ext>
            </a:extLst>
          </p:cNvPr>
          <p:cNvSpPr>
            <a:spLocks noGrp="1"/>
          </p:cNvSpPr>
          <p:nvPr>
            <p:ph type="dt" sz="half" idx="10"/>
          </p:nvPr>
        </p:nvSpPr>
        <p:spPr/>
        <p:txBody>
          <a:bodyPr/>
          <a:lstStyle/>
          <a:p>
            <a:pPr algn="ctr"/>
            <a:r>
              <a:rPr lang="en-US"/>
              <a:t>9/23/26</a:t>
            </a:r>
            <a:endParaRPr lang="en-US" dirty="0"/>
          </a:p>
        </p:txBody>
      </p:sp>
      <p:sp>
        <p:nvSpPr>
          <p:cNvPr id="9" name="Footer Placeholder 8">
            <a:extLst>
              <a:ext uri="{FF2B5EF4-FFF2-40B4-BE49-F238E27FC236}">
                <a16:creationId xmlns:a16="http://schemas.microsoft.com/office/drawing/2014/main" id="{8EEF7D04-FF72-0698-CE48-A9A4F70D774F}"/>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2F13ACB6-AD35-166A-7095-CE78FB7C65DC}"/>
              </a:ext>
            </a:extLst>
          </p:cNvPr>
          <p:cNvSpPr/>
          <p:nvPr userDrawn="1"/>
        </p:nvSpPr>
        <p:spPr>
          <a:xfrm>
            <a:off x="8991600" y="0"/>
            <a:ext cx="152400" cy="51435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8" name="Date Placeholder 7">
            <a:extLst>
              <a:ext uri="{FF2B5EF4-FFF2-40B4-BE49-F238E27FC236}">
                <a16:creationId xmlns:a16="http://schemas.microsoft.com/office/drawing/2014/main" id="{29EE7C5F-ABAD-CC52-7A14-40327B8307C5}"/>
              </a:ext>
            </a:extLst>
          </p:cNvPr>
          <p:cNvSpPr>
            <a:spLocks noGrp="1"/>
          </p:cNvSpPr>
          <p:nvPr>
            <p:ph type="dt" sz="half" idx="10"/>
          </p:nvPr>
        </p:nvSpPr>
        <p:spPr/>
        <p:txBody>
          <a:bodyPr/>
          <a:lstStyle/>
          <a:p>
            <a:pPr algn="ctr"/>
            <a:r>
              <a:rPr lang="en-US"/>
              <a:t>9/23/26</a:t>
            </a:r>
            <a:endParaRPr lang="en-US" dirty="0"/>
          </a:p>
        </p:txBody>
      </p:sp>
      <p:sp>
        <p:nvSpPr>
          <p:cNvPr id="9" name="Footer Placeholder 8">
            <a:extLst>
              <a:ext uri="{FF2B5EF4-FFF2-40B4-BE49-F238E27FC236}">
                <a16:creationId xmlns:a16="http://schemas.microsoft.com/office/drawing/2014/main" id="{DB013600-FEC1-B326-2FA5-44299E5168AB}"/>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15CA6B3C-BACA-8A65-B5EF-54019213DBD8}"/>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31D6DC9D-A966-EA21-E561-10535CC769C8}"/>
              </a:ext>
            </a:extLst>
          </p:cNvPr>
          <p:cNvSpPr/>
          <p:nvPr userDrawn="1"/>
        </p:nvSpPr>
        <p:spPr>
          <a:xfrm>
            <a:off x="8991600" y="0"/>
            <a:ext cx="152400" cy="51435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33ABB9-0FD6-00F4-2186-D3425C9073F8}"/>
              </a:ext>
            </a:extLst>
          </p:cNvPr>
          <p:cNvSpPr>
            <a:spLocks noGrp="1"/>
          </p:cNvSpPr>
          <p:nvPr>
            <p:ph type="dt" sz="half" idx="10"/>
          </p:nvPr>
        </p:nvSpPr>
        <p:spPr/>
        <p:txBody>
          <a:bodyPr/>
          <a:lstStyle/>
          <a:p>
            <a:pPr algn="ctr"/>
            <a:r>
              <a:rPr lang="en-US"/>
              <a:t>9/23/26</a:t>
            </a:r>
            <a:endParaRPr lang="en-US" dirty="0"/>
          </a:p>
        </p:txBody>
      </p:sp>
      <p:sp>
        <p:nvSpPr>
          <p:cNvPr id="8" name="Footer Placeholder 7">
            <a:extLst>
              <a:ext uri="{FF2B5EF4-FFF2-40B4-BE49-F238E27FC236}">
                <a16:creationId xmlns:a16="http://schemas.microsoft.com/office/drawing/2014/main" id="{2CF2A15A-E38D-BBA2-F6E5-F54E8EE4FC5E}"/>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C752F930-079C-2B09-0620-3D5F46770B5E}"/>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8AB907D2-6A5F-9B5B-F5B4-C4FEA6389021}"/>
              </a:ext>
            </a:extLst>
          </p:cNvPr>
          <p:cNvSpPr/>
          <p:nvPr userDrawn="1"/>
        </p:nvSpPr>
        <p:spPr>
          <a:xfrm>
            <a:off x="8991600" y="0"/>
            <a:ext cx="152400" cy="51435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E35559A-56D2-4FD7-4D20-D71F4C8215E0}"/>
              </a:ext>
            </a:extLst>
          </p:cNvPr>
          <p:cNvSpPr>
            <a:spLocks noGrp="1"/>
          </p:cNvSpPr>
          <p:nvPr>
            <p:ph type="dt" sz="half" idx="10"/>
          </p:nvPr>
        </p:nvSpPr>
        <p:spPr/>
        <p:txBody>
          <a:bodyPr/>
          <a:lstStyle/>
          <a:p>
            <a:pPr algn="ctr"/>
            <a:r>
              <a:rPr lang="en-US"/>
              <a:t>9/23/26</a:t>
            </a:r>
            <a:endParaRPr lang="en-US" dirty="0"/>
          </a:p>
        </p:txBody>
      </p:sp>
      <p:sp>
        <p:nvSpPr>
          <p:cNvPr id="8" name="Footer Placeholder 7">
            <a:extLst>
              <a:ext uri="{FF2B5EF4-FFF2-40B4-BE49-F238E27FC236}">
                <a16:creationId xmlns:a16="http://schemas.microsoft.com/office/drawing/2014/main" id="{4E340C61-838A-D2E9-36F0-C1EB6496D16C}"/>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C0F46CA0-DC5C-0E94-9C04-A3785DB5CE53}"/>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304BE907-8A33-EAC8-E40E-042F62D8A32D}"/>
              </a:ext>
            </a:extLst>
          </p:cNvPr>
          <p:cNvSpPr/>
          <p:nvPr userDrawn="1"/>
        </p:nvSpPr>
        <p:spPr>
          <a:xfrm>
            <a:off x="8991600" y="0"/>
            <a:ext cx="152400" cy="51435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8111"/>
            <a:ext cx="8229600" cy="85725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1995729" y="4774118"/>
            <a:ext cx="1363851" cy="223839"/>
          </a:xfrm>
          <a:prstGeom prst="rect">
            <a:avLst/>
          </a:prstGeom>
        </p:spPr>
        <p:txBody>
          <a:bodyPr anchor="ctr" bIns="45720" lIns="91440" rIns="91440" rtlCol="0" tIns="45720" vert="horz"/>
          <a:lstStyle>
            <a:lvl1pPr algn="l">
              <a:defRPr sz="900">
                <a:solidFill>
                  <a:schemeClr val="tx1">
                    <a:tint val="75000"/>
                  </a:schemeClr>
                </a:solidFill>
              </a:defRPr>
            </a:lvl1pPr>
          </a:lstStyle>
          <a:p>
            <a:pPr algn="ctr"/>
            <a:r>
              <a:rPr lang="en-US"/>
              <a:t>9/23/26</a:t>
            </a:r>
            <a:endParaRPr dirty="0" lang="en-US"/>
          </a:p>
        </p:txBody>
      </p:sp>
      <p:sp>
        <p:nvSpPr>
          <p:cNvPr id="5" name="Footer Placeholder 4"/>
          <p:cNvSpPr>
            <a:spLocks noGrp="1"/>
          </p:cNvSpPr>
          <p:nvPr>
            <p:ph idx="3" sz="quarter" type="ftr"/>
          </p:nvPr>
        </p:nvSpPr>
        <p:spPr>
          <a:xfrm>
            <a:off x="3542008" y="4774116"/>
            <a:ext cx="2059983" cy="223839"/>
          </a:xfrm>
          <a:prstGeom prst="rect">
            <a:avLst/>
          </a:prstGeom>
        </p:spPr>
        <p:txBody>
          <a:bodyPr anchor="ctr" bIns="45720" lIns="91440" rIns="91440" rtlCol="0" tIns="45720" vert="horz"/>
          <a:lstStyle>
            <a:lvl1pPr algn="ctr">
              <a:defRPr sz="9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5784419" y="4774116"/>
            <a:ext cx="1363851" cy="223840"/>
          </a:xfrm>
          <a:prstGeom prst="rect">
            <a:avLst/>
          </a:prstGeom>
        </p:spPr>
        <p:txBody>
          <a:bodyPr anchor="ctr" bIns="45720" lIns="91440" rIns="91440" rtlCol="0" tIns="45720" vert="horz"/>
          <a:lstStyle>
            <a:lvl1pPr algn="r">
              <a:defRPr sz="900">
                <a:solidFill>
                  <a:schemeClr val="tx1">
                    <a:tint val="75000"/>
                  </a:schemeClr>
                </a:solidFill>
              </a:defRPr>
            </a:lvl1pPr>
          </a:lstStyle>
          <a:p>
            <a:pPr algn="ctr"/>
            <a:r>
              <a:rPr dirty="0" lang="en-US"/>
              <a:t>Slide </a:t>
            </a:r>
            <a:fld id="{C5EF2332-01BF-834F-8236-50238282D533}" type="slidenum">
              <a:rPr lang="en-US" smtClean="0"/>
              <a:pPr algn="ctr"/>
              <a:t>‹#›</a:t>
            </a:fld>
            <a:endParaRPr dirty="0" lang="en-US"/>
          </a:p>
        </p:txBody>
      </p:sp>
      <p:pic>
        <p:nvPicPr>
          <p:cNvPr id="8" name="Graphic 7">
            <a:extLst>
              <a:ext uri="{FF2B5EF4-FFF2-40B4-BE49-F238E27FC236}">
                <a16:creationId xmlns:a16="http://schemas.microsoft.com/office/drawing/2014/main" id="{7F87F00D-71B3-247C-7322-26988D4CF4AC}"/>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8134028" y="4725240"/>
            <a:ext cx="857572" cy="321589"/>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342900" eaLnBrk="1" hangingPunct="1" latinLnBrk="0" rtl="0">
        <a:spcBef>
          <a:spcPct val="0"/>
        </a:spcBef>
        <a:buNone/>
        <a:defRPr b="1" i="0" kern="1200" sz="28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342900" eaLnBrk="1" hangingPunct="1" indent="-342900" latinLnBrk="0" marL="342900" rtl="0">
        <a:spcBef>
          <a:spcPct val="20000"/>
        </a:spcBef>
        <a:buFont charset="0" panose="020B0604020202020204" pitchFamily="34" typeface="Arial"/>
        <a:buChar char="•"/>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342900" eaLnBrk="1" hangingPunct="1" indent="-346075" latinLnBrk="0" marL="576263" rtl="0">
        <a:spcBef>
          <a:spcPct val="20000"/>
        </a:spcBef>
        <a:buFont charset="2" pitchFamily="2" typeface="Wingdings"/>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342900" eaLnBrk="1" hangingPunct="1" indent="-339725" latinLnBrk="0" marL="862013" rtl="0">
        <a:spcBef>
          <a:spcPct val="20000"/>
        </a:spcBef>
        <a:buFont charset="0" panose="02070309020205020404" pitchFamily="49" typeface="Courier New"/>
        <a:buChar char="o"/>
        <a:tabLst/>
        <a:defRPr b="0" i="0" kern="1200" sz="14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342900" eaLnBrk="1" hangingPunct="1" indent="-346075" latinLnBrk="0" marL="1200150" rtl="0">
        <a:spcBef>
          <a:spcPct val="20000"/>
        </a:spcBef>
        <a:buFont typeface="Arial"/>
        <a:buChar char="–"/>
        <a:tabLst/>
        <a:defRPr b="0" i="0" kern="1200" sz="12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342900" eaLnBrk="1" hangingPunct="1" indent="-338138" latinLnBrk="0" marL="1492250" rtl="0">
        <a:spcBef>
          <a:spcPct val="20000"/>
        </a:spcBef>
        <a:buFont typeface="Arial"/>
        <a:buChar char="»"/>
        <a:tabLst/>
        <a:defRPr b="0" i="0" kern="1200" sz="12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 userDrawn="1">
          <p15:clr>
            <a:srgbClr val="F26B43"/>
          </p15:clr>
        </p15:guide>
        <p15:guide id="2" pos="96" userDrawn="1">
          <p15:clr>
            <a:srgbClr val="F26B43"/>
          </p15:clr>
        </p15:guide>
        <p15:guide id="3" orient="horz" pos="3156" userDrawn="1">
          <p15:clr>
            <a:srgbClr val="F26B43"/>
          </p15:clr>
        </p15:guide>
        <p15:guide id="4" pos="5664" userDrawn="1">
          <p15:clr>
            <a:srgbClr val="F26B43"/>
          </p15:clr>
        </p15:guide>
        <p15:guide id="5"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4.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5.jp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Testing Slide</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This is a callout box test</a:t>
            </a:r>
          </a:p>
          <a:p>
            <a:pPr lvl="0" indent="0" marL="0">
              <a:buNone/>
            </a:pPr>
            <a:r>
              <a:rPr/>
              <a:t>Test citation </a:t>
            </a:r>
            <a:r>
              <a:rPr>
                <a:hlinkClick r:id="rId2" action="ppaction://hlinksldjump"/>
              </a:rPr>
              <a:t>Jackson (1990)</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722313" y="2375222"/>
            <a:ext cx="7772400" cy="1021556"/>
          </a:xfrm>
        </p:spPr>
        <p:txBody>
          <a:bodyPr/>
          <a:lstStyle/>
          <a:p>
            <a:pPr lvl="0" indent="0" marL="0">
              <a:buNone/>
            </a:pPr>
            <a:r>
              <a:rPr/>
              <a:t>Section Header?</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FC227C7C-21CB-0721-ADC3-A51EEAD51D56}"/>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content in section header?</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section</a:t>
            </a:r>
          </a:p>
        </p:txBody>
      </p:sp>
      <p:sp>
        <p:nvSpPr>
          <p:cNvPr id="3" name="Content Placeholder 2"/>
          <p:cNvSpPr>
            <a:spLocks noGrp="1"/>
          </p:cNvSpPr>
          <p:nvPr>
            <p:ph idx="1"/>
          </p:nvPr>
        </p:nvSpPr>
        <p:spPr/>
        <p:txBody>
          <a:bodyPr/>
          <a:lstStyle/>
          <a:p>
            <a:pPr lvl="0"/>
            <a:r>
              <a:rPr/>
              <a:t>some text</a:t>
            </a:r>
          </a:p>
          <a:p>
            <a:pPr lvl="0"/>
            <a:r>
              <a:rPr/>
              <a:t>another bullet point</a:t>
            </a:r>
          </a:p>
          <a:p>
            <a:pPr lvl="0"/>
            <a:r>
              <a:rPr b="1"/>
              <a:t>bold</a:t>
            </a:r>
          </a:p>
          <a:p>
            <a:pPr lvl="0"/>
            <a:r>
              <a:rPr i="1"/>
              <a:t>italics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this is a level three headers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June 9, 2022</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3568700" y="863600"/>
            <a:ext cx="5105400" cy="30607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June 9, 2022</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3568700" y="1244600"/>
            <a:ext cx="5105400" cy="1790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June 9, 2022</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3568700" y="2108200"/>
            <a:ext cx="5105400" cy="5842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June 9, 2022</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3568700" y="1803400"/>
            <a:ext cx="5105400" cy="11811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June 9, 2022</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722313" y="2375222"/>
            <a:ext cx="7772400" cy="1021556"/>
          </a:xfrm>
        </p:spPr>
        <p:txBody>
          <a:bodyPr/>
          <a:lstStyle/>
          <a:p>
            <a:pPr lvl="0" indent="0" marL="0">
              <a:buNone/>
            </a:pPr>
            <a:r>
              <a:rPr/>
              <a:t>Brief overview of Zotero</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FC227C7C-21CB-0721-ADC3-A51EEAD51D56}"/>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Jackson, P. (1990). The Daily Grind. In </a:t>
            </a:r>
            <a:r>
              <a:rPr i="1"/>
              <a:t>Life in Classrooms</a:t>
            </a:r>
            <a:r>
              <a:rPr/>
              <a:t> (2nd ed., pp. 34–35). Teachers College Press.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June 9, 2022</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TotalTime>
  <Words>67</Words>
  <Application>Microsoft Macintosh PowerPoint</Application>
  <PresentationFormat>On-screen Show (16:9)</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2026-09-23T14:08:17Z</dcterms:created>
  <dcterms:modified xsi:type="dcterms:W3CDTF">2026-09-23T14:08:17Z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June 9, 2022</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