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8373"/>
    <p:restoredTop autoAdjust="0" sz="94697"/>
  </p:normalViewPr>
  <p:slideViewPr>
    <p:cSldViewPr snapToGrid="0" snapToObjects="1">
      <p:cViewPr varScale="1">
        <p:scale>
          <a:sx d="100" n="108"/>
          <a:sy d="100" n="108"/>
        </p:scale>
        <p:origin x="232" y="368"/>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DATE</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7712559"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8" name="Graphic 7">
            <a:extLst>
              <a:ext uri="{FF2B5EF4-FFF2-40B4-BE49-F238E27FC236}">
                <a16:creationId xmlns:a16="http://schemas.microsoft.com/office/drawing/2014/main" id="{7F87F00D-71B3-247C-7322-26988D4CF4AC}"/>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845371" y="6300321"/>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733">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2026-09-23T14:38:04Z</dcterms:created>
  <dcterms:modified xsi:type="dcterms:W3CDTF">2026-09-23T14:38:04Z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