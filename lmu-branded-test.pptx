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emf" ContentType="image/x-emf"/>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48"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858000" cy="9144000"/>
  <p:defaultText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15611"/>
    <p:restoredTop sz="94658"/>
  </p:normalViewPr>
  <p:slideViewPr>
    <p:cSldViewPr snapToGrid="0">
      <p:cViewPr varScale="1">
        <p:scale>
          <a:sx d="100" n="124"/>
          <a:sy d="100" n="124"/>
        </p:scale>
        <p:origin x="544" y="168"/>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notesMaster" Target="notesMasters/notesMaster1.xml" /><Relationship Id="rId46" Type="http://schemas.openxmlformats.org/officeDocument/2006/relationships/tableStyles" Target="tableStyles.xml" /><Relationship Id="rId1" Type="http://schemas.openxmlformats.org/officeDocument/2006/relationships/slideMaster" Target="slideMasters/slideMaster1.xml" /><Relationship Id="rId45" Type="http://schemas.openxmlformats.org/officeDocument/2006/relationships/theme" Target="theme/theme1.xml" /><Relationship Id="rId44" Type="http://schemas.openxmlformats.org/officeDocument/2006/relationships/viewProps" Target="viewProps.xml" /><Relationship Id="rId43" Type="http://schemas.openxmlformats.org/officeDocument/2006/relationships/presProps" Target="presProp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B57B064-B752-FD47-97A2-4C24AE6B024A}" type="datetimeFigureOut">
              <a:rPr lang="en-US" smtClean="0"/>
              <a:t>9/22/26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335DC12-1F25-3F4F-8976-F7B9B059DA07}" type="slidenum">
              <a:rPr lang="en-US" smtClean="0"/>
              <a:t>‹#›</a:t>
            </a:fld>
            <a:endParaRPr lang="en-US"/>
          </a:p>
        </p:txBody>
      </p:sp>
    </p:spTree>
    <p:extLst>
      <p:ext uri="{BB962C8B-B14F-4D97-AF65-F5344CB8AC3E}">
        <p14:creationId xmlns:p14="http://schemas.microsoft.com/office/powerpoint/2010/main" val="23098476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335DC12-1F25-3F4F-8976-F7B9B059DA07}"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335DC12-1F25-3F4F-8976-F7B9B059DA07}"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335DC12-1F25-3F4F-8976-F7B9B059DA07}"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335DC12-1F25-3F4F-8976-F7B9B059DA07}"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335DC12-1F25-3F4F-8976-F7B9B059DA07}"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335DC12-1F25-3F4F-8976-F7B9B059DA07}"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335DC12-1F25-3F4F-8976-F7B9B059DA07}"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335DC12-1F25-3F4F-8976-F7B9B059DA07}"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335DC12-1F25-3F4F-8976-F7B9B059DA07}"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335DC12-1F25-3F4F-8976-F7B9B059DA07}"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335DC12-1F25-3F4F-8976-F7B9B059DA07}"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335DC12-1F25-3F4F-8976-F7B9B059DA07}"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335DC12-1F25-3F4F-8976-F7B9B059DA07}"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335DC12-1F25-3F4F-8976-F7B9B059DA07}"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335DC12-1F25-3F4F-8976-F7B9B059DA07}"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335DC12-1F25-3F4F-8976-F7B9B059DA07}"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335DC12-1F25-3F4F-8976-F7B9B059DA07}"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335DC12-1F25-3F4F-8976-F7B9B059DA07}"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335DC12-1F25-3F4F-8976-F7B9B059DA07}"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335DC12-1F25-3F4F-8976-F7B9B059DA07}"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335DC12-1F25-3F4F-8976-F7B9B059DA07}"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335DC12-1F25-3F4F-8976-F7B9B059DA07}"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335DC12-1F25-3F4F-8976-F7B9B059DA07}"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335DC12-1F25-3F4F-8976-F7B9B059DA07}"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335DC12-1F25-3F4F-8976-F7B9B059DA07}"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335DC12-1F25-3F4F-8976-F7B9B059DA07}"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335DC12-1F25-3F4F-8976-F7B9B059DA07}"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335DC12-1F25-3F4F-8976-F7B9B059DA07}"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335DC12-1F25-3F4F-8976-F7B9B059DA07}"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335DC12-1F25-3F4F-8976-F7B9B059DA07}" type="slidenum">
              <a:rPr lang="en-US"/>
              <a:t>39</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hteck 6">
            <a:extLst>
              <a:ext uri="{FF2B5EF4-FFF2-40B4-BE49-F238E27FC236}">
                <a16:creationId xmlns:a16="http://schemas.microsoft.com/office/drawing/2014/main" id="{0EBEDB44-0C23-AFEA-4271-46EBABA13E26}"/>
              </a:ext>
            </a:extLst>
          </p:cNvPr>
          <p:cNvSpPr/>
          <p:nvPr userDrawn="1"/>
        </p:nvSpPr>
        <p:spPr>
          <a:xfrm>
            <a:off x="0" y="1483200"/>
            <a:ext cx="12191999" cy="5374800"/>
          </a:xfrm>
          <a:prstGeom prst="rect">
            <a:avLst/>
          </a:prstGeom>
          <a:solidFill>
            <a:srgbClr val="00883A"/>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dirty="0">
              <a:ln>
                <a:noFill/>
              </a:ln>
              <a:solidFill>
                <a:prstClr val="white"/>
              </a:solidFill>
              <a:effectLst/>
              <a:uLnTx/>
              <a:uFillTx/>
              <a:latin typeface="Arial" panose="020B0604020202020204"/>
              <a:ea typeface="+mn-ea"/>
              <a:cs typeface="+mn-cs"/>
            </a:endParaRPr>
          </a:p>
        </p:txBody>
      </p:sp>
      <p:pic>
        <p:nvPicPr>
          <p:cNvPr id="8" name="Grafik 13">
            <a:extLst>
              <a:ext uri="{FF2B5EF4-FFF2-40B4-BE49-F238E27FC236}">
                <a16:creationId xmlns:a16="http://schemas.microsoft.com/office/drawing/2014/main" id="{22F54C65-43D5-D8D5-DDA2-B5D60E5D9B82}"/>
              </a:ext>
            </a:extLst>
          </p:cNvPr>
          <p:cNvPicPr>
            <a:picLocks noChangeAspect="1"/>
          </p:cNvPicPr>
          <p:nvPr userDrawn="1"/>
        </p:nvPicPr>
        <p:blipFill>
          <a:blip r:embed="rId2"/>
          <a:stretch>
            <a:fillRect/>
          </a:stretch>
        </p:blipFill>
        <p:spPr>
          <a:xfrm>
            <a:off x="446400" y="434007"/>
            <a:ext cx="11303000" cy="825500"/>
          </a:xfrm>
          <a:prstGeom prst="rect">
            <a:avLst/>
          </a:prstGeom>
        </p:spPr>
      </p:pic>
      <p:pic>
        <p:nvPicPr>
          <p:cNvPr id="9" name="Grafik 3">
            <a:extLst>
              <a:ext uri="{FF2B5EF4-FFF2-40B4-BE49-F238E27FC236}">
                <a16:creationId xmlns:a16="http://schemas.microsoft.com/office/drawing/2014/main" id="{7E813C3B-F59C-66E9-DADA-8C29868BA177}"/>
              </a:ext>
            </a:extLst>
          </p:cNvPr>
          <p:cNvPicPr>
            <a:picLocks noChangeAspect="1"/>
          </p:cNvPicPr>
          <p:nvPr userDrawn="1"/>
        </p:nvPicPr>
        <p:blipFill>
          <a:blip r:embed="rId3">
            <a:alphaModFix/>
          </a:blip>
          <a:stretch>
            <a:fillRect/>
          </a:stretch>
        </p:blipFill>
        <p:spPr>
          <a:xfrm>
            <a:off x="8648700" y="2743200"/>
            <a:ext cx="3543300" cy="4114800"/>
          </a:xfrm>
          <a:prstGeom prst="rect">
            <a:avLst/>
          </a:prstGeom>
        </p:spPr>
      </p:pic>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nchor="b"/>
          <a:lstStyle>
            <a:lvl1pPr algn="ctr">
              <a:defRPr sz="6000">
                <a:solidFill>
                  <a:schemeClr val="bg1"/>
                </a:solidFill>
              </a:defRPr>
            </a:lvl1pPr>
          </a:lstStyle>
          <a:p>
            <a:r>
              <a:rPr lang="en-US" dirty="0"/>
              <a:t>Click to edit Master title style</a:t>
            </a:r>
            <a:endParaRPr lang="de-DE" dirty="0"/>
          </a:p>
        </p:txBody>
      </p:sp>
      <p:sp>
        <p:nvSpPr>
          <p:cNvPr id="3" name="Subtitle 2">
            <a:extLst>
              <a:ext uri="{FF2B5EF4-FFF2-40B4-BE49-F238E27FC236}">
                <a16:creationId xmlns:a16="http://schemas.microsoft.com/office/drawing/2014/main" id="{032BD40E-7E13-B1FA-A1D1-2C360EE8DF4B}"/>
              </a:ext>
            </a:extLst>
          </p:cNvPr>
          <p:cNvSpPr>
            <a:spLocks noGrp="1"/>
          </p:cNvSpPr>
          <p:nvPr>
            <p:ph type="subTitle" idx="1"/>
          </p:nvPr>
        </p:nvSpPr>
        <p:spPr>
          <a:xfrm>
            <a:off x="1524000" y="3602038"/>
            <a:ext cx="9144000" cy="1655762"/>
          </a:xfrm>
        </p:spPr>
        <p:txBody>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de-DE" dirty="0"/>
          </a:p>
        </p:txBody>
      </p:sp>
      <p:sp>
        <p:nvSpPr>
          <p:cNvPr id="4" name="Date Placeholder 3">
            <a:extLst>
              <a:ext uri="{FF2B5EF4-FFF2-40B4-BE49-F238E27FC236}">
                <a16:creationId xmlns:a16="http://schemas.microsoft.com/office/drawing/2014/main" id="{349C7714-67B2-3985-27ED-BCB048C59339}"/>
              </a:ext>
            </a:extLst>
          </p:cNvPr>
          <p:cNvSpPr>
            <a:spLocks noGrp="1"/>
          </p:cNvSpPr>
          <p:nvPr>
            <p:ph type="dt" sz="half" idx="10"/>
          </p:nvPr>
        </p:nvSpPr>
        <p:spPr>
          <a:xfrm>
            <a:off x="446400" y="6356350"/>
            <a:ext cx="3135000" cy="365125"/>
          </a:xfrm>
        </p:spPr>
        <p:txBody>
          <a:bodyPr/>
          <a:lstStyle>
            <a:lvl1pPr>
              <a:defRPr>
                <a:solidFill>
                  <a:schemeClr val="bg1"/>
                </a:solidFill>
              </a:defRPr>
            </a:lvl1pPr>
          </a:lstStyle>
          <a:p>
            <a:fld id="{F4E803E4-C7BA-F14D-AC42-A22C6EB66783}" type="datetime1">
              <a:rPr lang="en-US" smtClean="0"/>
              <a:t>9/22/26</a:t>
            </a:fld>
            <a:endParaRPr lang="de-DE"/>
          </a:p>
        </p:txBody>
      </p:sp>
      <p:sp>
        <p:nvSpPr>
          <p:cNvPr id="5" name="Footer Placeholder 4">
            <a:extLst>
              <a:ext uri="{FF2B5EF4-FFF2-40B4-BE49-F238E27FC236}">
                <a16:creationId xmlns:a16="http://schemas.microsoft.com/office/drawing/2014/main" id="{E6631ECA-ACEA-F53B-4A40-EB6369990CFB}"/>
              </a:ext>
            </a:extLst>
          </p:cNvPr>
          <p:cNvSpPr>
            <a:spLocks noGrp="1"/>
          </p:cNvSpPr>
          <p:nvPr>
            <p:ph type="ftr" sz="quarter" idx="11"/>
          </p:nvPr>
        </p:nvSpPr>
        <p:spPr/>
        <p:txBody>
          <a:bodyPr/>
          <a:lstStyle>
            <a:lvl1pPr>
              <a:defRPr>
                <a:solidFill>
                  <a:schemeClr val="bg1"/>
                </a:solidFill>
              </a:defRPr>
            </a:lvl1pPr>
          </a:lstStyle>
          <a:p>
            <a:endParaRPr lang="de-DE">
              <a:solidFill>
                <a:schemeClr val="bg1"/>
              </a:solidFill>
            </a:endParaRPr>
          </a:p>
        </p:txBody>
      </p:sp>
      <p:sp>
        <p:nvSpPr>
          <p:cNvPr id="6" name="Slide Number Placeholder 5">
            <a:extLst>
              <a:ext uri="{FF2B5EF4-FFF2-40B4-BE49-F238E27FC236}">
                <a16:creationId xmlns:a16="http://schemas.microsoft.com/office/drawing/2014/main" id="{A5E5FB60-FFB4-682C-82D2-0D1E175BDC09}"/>
              </a:ext>
            </a:extLst>
          </p:cNvPr>
          <p:cNvSpPr>
            <a:spLocks noGrp="1"/>
          </p:cNvSpPr>
          <p:nvPr>
            <p:ph type="sldNum" sz="quarter" idx="12"/>
          </p:nvPr>
        </p:nvSpPr>
        <p:spPr>
          <a:xfrm>
            <a:off x="8610600" y="6356350"/>
            <a:ext cx="3135000" cy="365125"/>
          </a:xfrm>
        </p:spPr>
        <p:txBody>
          <a:bodyPr/>
          <a:lstStyle>
            <a:lvl1pPr>
              <a:defRPr>
                <a:solidFill>
                  <a:schemeClr val="bg1"/>
                </a:solidFill>
              </a:defRPr>
            </a:lvl1pPr>
          </a:lstStyle>
          <a:p>
            <a:fld id="{7FEFBAB6-26D0-44D8-BD53-612461CE1ACC}" type="slidenum">
              <a:rPr lang="de-DE" smtClean="0"/>
              <a:pPr/>
              <a:t>‹#›</a:t>
            </a:fld>
            <a:endParaRPr lang="de-DE"/>
          </a:p>
        </p:txBody>
      </p:sp>
    </p:spTree>
    <p:extLst>
      <p:ext uri="{BB962C8B-B14F-4D97-AF65-F5344CB8AC3E}">
        <p14:creationId xmlns:p14="http://schemas.microsoft.com/office/powerpoint/2010/main" val="132774986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a:xfrm>
            <a:off x="446400" y="1514475"/>
            <a:ext cx="11299202" cy="466248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Date Placeholder 3">
            <a:extLst>
              <a:ext uri="{FF2B5EF4-FFF2-40B4-BE49-F238E27FC236}">
                <a16:creationId xmlns:a16="http://schemas.microsoft.com/office/drawing/2014/main" id="{229C20A6-D561-498F-72E0-E562857AB225}"/>
              </a:ext>
            </a:extLst>
          </p:cNvPr>
          <p:cNvSpPr>
            <a:spLocks noGrp="1"/>
          </p:cNvSpPr>
          <p:nvPr>
            <p:ph type="dt" sz="half" idx="10"/>
          </p:nvPr>
        </p:nvSpPr>
        <p:spPr>
          <a:xfrm>
            <a:off x="446399" y="6356350"/>
            <a:ext cx="3135001" cy="365125"/>
          </a:xfrm>
        </p:spPr>
        <p:txBody>
          <a:bodyPr/>
          <a:lstStyle/>
          <a:p>
            <a:fld id="{E85A3416-A813-F447-89B3-37ECFBBE4EFA}" type="datetime1">
              <a:rPr lang="en-US" smtClean="0"/>
              <a:t>9/22/26</a:t>
            </a:fld>
            <a:endParaRPr lang="de-DE"/>
          </a:p>
        </p:txBody>
      </p:sp>
      <p:sp>
        <p:nvSpPr>
          <p:cNvPr id="5" name="Footer Placeholder 4">
            <a:extLst>
              <a:ext uri="{FF2B5EF4-FFF2-40B4-BE49-F238E27FC236}">
                <a16:creationId xmlns:a16="http://schemas.microsoft.com/office/drawing/2014/main" id="{08CA18E6-A373-C1EC-B057-8D8A972DA8E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1">
            <a:extLst>
              <a:ext uri="{FF2B5EF4-FFF2-40B4-BE49-F238E27FC236}">
                <a16:creationId xmlns:a16="http://schemas.microsoft.com/office/drawing/2014/main" id="{D22FDA19-2A2B-CF79-465C-7AC11A5D7E6C}"/>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35827627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de-DE" dirty="0"/>
          </a:p>
        </p:txBody>
      </p:sp>
      <p:sp>
        <p:nvSpPr>
          <p:cNvPr id="3" name="Text Placeholder 2">
            <a:extLst>
              <a:ext uri="{FF2B5EF4-FFF2-40B4-BE49-F238E27FC236}">
                <a16:creationId xmlns:a16="http://schemas.microsoft.com/office/drawing/2014/main" id="{11F2346C-3ABC-1D14-68DA-C177489CD7C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E17E0D26-06AC-D98A-5F48-FBB8ED24C0E3}"/>
              </a:ext>
            </a:extLst>
          </p:cNvPr>
          <p:cNvSpPr>
            <a:spLocks noGrp="1"/>
          </p:cNvSpPr>
          <p:nvPr>
            <p:ph type="dt" sz="half" idx="10"/>
          </p:nvPr>
        </p:nvSpPr>
        <p:spPr>
          <a:xfrm>
            <a:off x="446399" y="6356350"/>
            <a:ext cx="3135001" cy="365125"/>
          </a:xfrm>
        </p:spPr>
        <p:txBody>
          <a:bodyPr/>
          <a:lstStyle/>
          <a:p>
            <a:fld id="{6BFA26B1-2218-D643-9983-927612BCF827}" type="datetime1">
              <a:rPr lang="en-US" smtClean="0"/>
              <a:t>9/22/26</a:t>
            </a:fld>
            <a:endParaRPr lang="de-DE"/>
          </a:p>
        </p:txBody>
      </p:sp>
      <p:sp>
        <p:nvSpPr>
          <p:cNvPr id="5" name="Footer Placeholder 4">
            <a:extLst>
              <a:ext uri="{FF2B5EF4-FFF2-40B4-BE49-F238E27FC236}">
                <a16:creationId xmlns:a16="http://schemas.microsoft.com/office/drawing/2014/main" id="{44C2B45A-371A-B259-0C2E-F2D74630EFCA}"/>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B93C94A4-D223-C226-398A-59B1A3955C6C}"/>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2">
            <a:extLst>
              <a:ext uri="{FF2B5EF4-FFF2-40B4-BE49-F238E27FC236}">
                <a16:creationId xmlns:a16="http://schemas.microsoft.com/office/drawing/2014/main" id="{74C1C64D-9803-3C7A-9C6A-A6AB5895627B}"/>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pic>
        <p:nvPicPr>
          <p:cNvPr id="8" name="Grafik 4">
            <a:extLst>
              <a:ext uri="{FF2B5EF4-FFF2-40B4-BE49-F238E27FC236}">
                <a16:creationId xmlns:a16="http://schemas.microsoft.com/office/drawing/2014/main" id="{352188AF-1F33-4164-5235-B4761EF8F4BC}"/>
              </a:ext>
            </a:extLst>
          </p:cNvPr>
          <p:cNvPicPr>
            <a:picLocks noChangeAspect="1"/>
          </p:cNvPicPr>
          <p:nvPr userDrawn="1"/>
        </p:nvPicPr>
        <p:blipFill>
          <a:blip r:embed="rId3"/>
          <a:stretch>
            <a:fillRect/>
          </a:stretch>
        </p:blipFill>
        <p:spPr>
          <a:xfrm>
            <a:off x="446399" y="441325"/>
            <a:ext cx="1744349" cy="825500"/>
          </a:xfrm>
          <a:prstGeom prst="rect">
            <a:avLst/>
          </a:prstGeom>
        </p:spPr>
      </p:pic>
    </p:spTree>
    <p:extLst>
      <p:ext uri="{BB962C8B-B14F-4D97-AF65-F5344CB8AC3E}">
        <p14:creationId xmlns:p14="http://schemas.microsoft.com/office/powerpoint/2010/main" val="30349017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E30DF69-0E9B-E535-4A08-1A4493559DC4}"/>
              </a:ext>
            </a:extLst>
          </p:cNvPr>
          <p:cNvSpPr>
            <a:spLocks noGrp="1"/>
          </p:cNvSpPr>
          <p:nvPr>
            <p:ph sz="half" idx="1"/>
          </p:nvPr>
        </p:nvSpPr>
        <p:spPr>
          <a:xfrm>
            <a:off x="4463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Content Placeholder 3">
            <a:extLst>
              <a:ext uri="{FF2B5EF4-FFF2-40B4-BE49-F238E27FC236}">
                <a16:creationId xmlns:a16="http://schemas.microsoft.com/office/drawing/2014/main" id="{3ADB2C77-250F-A7AE-9022-31D102256250}"/>
              </a:ext>
            </a:extLst>
          </p:cNvPr>
          <p:cNvSpPr>
            <a:spLocks noGrp="1"/>
          </p:cNvSpPr>
          <p:nvPr>
            <p:ph sz="half" idx="2"/>
          </p:nvPr>
        </p:nvSpPr>
        <p:spPr>
          <a:xfrm>
            <a:off x="61721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5" name="Date Placeholder 4">
            <a:extLst>
              <a:ext uri="{FF2B5EF4-FFF2-40B4-BE49-F238E27FC236}">
                <a16:creationId xmlns:a16="http://schemas.microsoft.com/office/drawing/2014/main" id="{90EB133B-4B34-F9C1-E5EA-2AFC347E30FD}"/>
              </a:ext>
            </a:extLst>
          </p:cNvPr>
          <p:cNvSpPr>
            <a:spLocks noGrp="1"/>
          </p:cNvSpPr>
          <p:nvPr>
            <p:ph type="dt" sz="half" idx="10"/>
          </p:nvPr>
        </p:nvSpPr>
        <p:spPr>
          <a:xfrm>
            <a:off x="446399" y="6356350"/>
            <a:ext cx="3135001" cy="365125"/>
          </a:xfrm>
        </p:spPr>
        <p:txBody>
          <a:bodyPr/>
          <a:lstStyle/>
          <a:p>
            <a:fld id="{C1588426-C358-B343-A366-E3E7336823B1}" type="datetime1">
              <a:rPr lang="en-US" smtClean="0"/>
              <a:t>9/22/26</a:t>
            </a:fld>
            <a:endParaRPr lang="de-DE"/>
          </a:p>
        </p:txBody>
      </p:sp>
      <p:sp>
        <p:nvSpPr>
          <p:cNvPr id="6" name="Footer Placeholder 5">
            <a:extLst>
              <a:ext uri="{FF2B5EF4-FFF2-40B4-BE49-F238E27FC236}">
                <a16:creationId xmlns:a16="http://schemas.microsoft.com/office/drawing/2014/main" id="{2EA827AC-A01C-29EF-12C8-56CB25A33D55}"/>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845D32B8-3259-7568-F10A-9EE0233C7895}"/>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754036A0-8FA0-9C7A-8FFE-2ED279CA7524}"/>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9" name="Title 1">
            <a:extLst>
              <a:ext uri="{FF2B5EF4-FFF2-40B4-BE49-F238E27FC236}">
                <a16:creationId xmlns:a16="http://schemas.microsoft.com/office/drawing/2014/main" id="{BC937C47-2970-C17A-04A2-184F783AD95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Tree>
    <p:extLst>
      <p:ext uri="{BB962C8B-B14F-4D97-AF65-F5344CB8AC3E}">
        <p14:creationId xmlns:p14="http://schemas.microsoft.com/office/powerpoint/2010/main" val="488105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4102E86-70FA-A206-CA89-BD72BB8CDFBC}"/>
              </a:ext>
            </a:extLst>
          </p:cNvPr>
          <p:cNvSpPr>
            <a:spLocks noGrp="1"/>
          </p:cNvSpPr>
          <p:nvPr>
            <p:ph type="body" idx="1"/>
          </p:nvPr>
        </p:nvSpPr>
        <p:spPr>
          <a:xfrm>
            <a:off x="446399" y="1469598"/>
            <a:ext cx="555117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5" name="Text Placeholder 4">
            <a:extLst>
              <a:ext uri="{FF2B5EF4-FFF2-40B4-BE49-F238E27FC236}">
                <a16:creationId xmlns:a16="http://schemas.microsoft.com/office/drawing/2014/main" id="{A734D658-CB0A-0EA8-B947-B10F61C59866}"/>
              </a:ext>
            </a:extLst>
          </p:cNvPr>
          <p:cNvSpPr>
            <a:spLocks noGrp="1"/>
          </p:cNvSpPr>
          <p:nvPr>
            <p:ph type="body" sz="quarter" idx="3"/>
          </p:nvPr>
        </p:nvSpPr>
        <p:spPr>
          <a:xfrm>
            <a:off x="6170611" y="1469598"/>
            <a:ext cx="5574989"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7" name="Date Placeholder 6">
            <a:extLst>
              <a:ext uri="{FF2B5EF4-FFF2-40B4-BE49-F238E27FC236}">
                <a16:creationId xmlns:a16="http://schemas.microsoft.com/office/drawing/2014/main" id="{20FE9718-F4B6-58DB-2EE5-A6F7187F0783}"/>
              </a:ext>
            </a:extLst>
          </p:cNvPr>
          <p:cNvSpPr>
            <a:spLocks noGrp="1"/>
          </p:cNvSpPr>
          <p:nvPr>
            <p:ph type="dt" sz="half" idx="10"/>
          </p:nvPr>
        </p:nvSpPr>
        <p:spPr>
          <a:xfrm>
            <a:off x="446399" y="6356350"/>
            <a:ext cx="3135001" cy="365125"/>
          </a:xfrm>
        </p:spPr>
        <p:txBody>
          <a:bodyPr/>
          <a:lstStyle/>
          <a:p>
            <a:fld id="{7D1F46F6-2FB8-E348-BEB7-ECE7E886726D}" type="datetime1">
              <a:rPr lang="en-US" smtClean="0"/>
              <a:t>9/22/26</a:t>
            </a:fld>
            <a:endParaRPr lang="de-DE"/>
          </a:p>
        </p:txBody>
      </p:sp>
      <p:sp>
        <p:nvSpPr>
          <p:cNvPr id="8" name="Footer Placeholder 7">
            <a:extLst>
              <a:ext uri="{FF2B5EF4-FFF2-40B4-BE49-F238E27FC236}">
                <a16:creationId xmlns:a16="http://schemas.microsoft.com/office/drawing/2014/main" id="{39CBE51E-F47C-1692-7AEE-1996D85FE583}"/>
              </a:ext>
            </a:extLst>
          </p:cNvPr>
          <p:cNvSpPr>
            <a:spLocks noGrp="1"/>
          </p:cNvSpPr>
          <p:nvPr>
            <p:ph type="ftr" sz="quarter" idx="11"/>
          </p:nvPr>
        </p:nvSpPr>
        <p:spPr/>
        <p:txBody>
          <a:bodyPr/>
          <a:lstStyle/>
          <a:p>
            <a:endParaRPr lang="de-DE"/>
          </a:p>
        </p:txBody>
      </p:sp>
      <p:sp>
        <p:nvSpPr>
          <p:cNvPr id="9" name="Slide Number Placeholder 8">
            <a:extLst>
              <a:ext uri="{FF2B5EF4-FFF2-40B4-BE49-F238E27FC236}">
                <a16:creationId xmlns:a16="http://schemas.microsoft.com/office/drawing/2014/main" id="{AD48C7BA-4AD7-FEFC-841A-2BC1F286AFDD}"/>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sp>
        <p:nvSpPr>
          <p:cNvPr id="10" name="Title 1">
            <a:extLst>
              <a:ext uri="{FF2B5EF4-FFF2-40B4-BE49-F238E27FC236}">
                <a16:creationId xmlns:a16="http://schemas.microsoft.com/office/drawing/2014/main" id="{FC705A9A-0205-FE9C-99C9-063702832FD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pic>
        <p:nvPicPr>
          <p:cNvPr id="12" name="Grafik 1">
            <a:extLst>
              <a:ext uri="{FF2B5EF4-FFF2-40B4-BE49-F238E27FC236}">
                <a16:creationId xmlns:a16="http://schemas.microsoft.com/office/drawing/2014/main" id="{15E8C26E-545A-DEFF-E2E9-7420B85E40BF}"/>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13" name="Content Placeholder 2">
            <a:extLst>
              <a:ext uri="{FF2B5EF4-FFF2-40B4-BE49-F238E27FC236}">
                <a16:creationId xmlns:a16="http://schemas.microsoft.com/office/drawing/2014/main" id="{C6993A24-31B8-B2E5-A244-72F9AD36DA89}"/>
              </a:ext>
            </a:extLst>
          </p:cNvPr>
          <p:cNvSpPr>
            <a:spLocks noGrp="1"/>
          </p:cNvSpPr>
          <p:nvPr>
            <p:ph sz="half" idx="13"/>
          </p:nvPr>
        </p:nvSpPr>
        <p:spPr>
          <a:xfrm>
            <a:off x="446399" y="2460197"/>
            <a:ext cx="5573401" cy="3716766"/>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14" name="Content Placeholder 3">
            <a:extLst>
              <a:ext uri="{FF2B5EF4-FFF2-40B4-BE49-F238E27FC236}">
                <a16:creationId xmlns:a16="http://schemas.microsoft.com/office/drawing/2014/main" id="{6AB2572A-E2A5-7607-0A56-E53032CD7B56}"/>
              </a:ext>
            </a:extLst>
          </p:cNvPr>
          <p:cNvSpPr>
            <a:spLocks noGrp="1"/>
          </p:cNvSpPr>
          <p:nvPr>
            <p:ph sz="half" idx="2"/>
          </p:nvPr>
        </p:nvSpPr>
        <p:spPr>
          <a:xfrm>
            <a:off x="6172199" y="2460195"/>
            <a:ext cx="5573401" cy="3716767"/>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Tree>
    <p:extLst>
      <p:ext uri="{BB962C8B-B14F-4D97-AF65-F5344CB8AC3E}">
        <p14:creationId xmlns:p14="http://schemas.microsoft.com/office/powerpoint/2010/main" val="35139879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nchor="b"/>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a:xfrm>
            <a:off x="5372100" y="1581150"/>
            <a:ext cx="6373500" cy="4460081"/>
          </a:xfrm>
        </p:spPr>
        <p:txBody>
          <a:bodyPr/>
          <a:lstStyle>
            <a:lvl1pPr>
              <a:defRPr sz="2200"/>
            </a:lvl1pPr>
            <a:lvl2pPr>
              <a:defRPr sz="2100"/>
            </a:lvl2pPr>
            <a:lvl3pPr>
              <a:defRPr sz="2000"/>
            </a:lvl3pPr>
            <a:lvl4pPr>
              <a:defRPr sz="1900"/>
            </a:lvl4pPr>
            <a:lvl5pPr>
              <a:defRPr sz="18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Text Placeholder 3">
            <a:extLst>
              <a:ext uri="{FF2B5EF4-FFF2-40B4-BE49-F238E27FC236}">
                <a16:creationId xmlns:a16="http://schemas.microsoft.com/office/drawing/2014/main" id="{7381D285-C44D-D095-90F1-6D3CF7B2C883}"/>
              </a:ext>
            </a:extLst>
          </p:cNvPr>
          <p:cNvSpPr>
            <a:spLocks noGrp="1"/>
          </p:cNvSpPr>
          <p:nvPr>
            <p:ph type="body" sz="half" idx="2"/>
          </p:nvPr>
        </p:nvSpPr>
        <p:spPr>
          <a:xfrm>
            <a:off x="446399" y="2524918"/>
            <a:ext cx="4735201" cy="3516313"/>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C66B5DBF-6BAC-52FC-7335-7A3F60190EE7}"/>
              </a:ext>
            </a:extLst>
          </p:cNvPr>
          <p:cNvSpPr>
            <a:spLocks noGrp="1"/>
          </p:cNvSpPr>
          <p:nvPr>
            <p:ph type="dt" sz="half" idx="10"/>
          </p:nvPr>
        </p:nvSpPr>
        <p:spPr>
          <a:xfrm>
            <a:off x="446399" y="6356350"/>
            <a:ext cx="3135001" cy="365125"/>
          </a:xfrm>
        </p:spPr>
        <p:txBody>
          <a:bodyPr/>
          <a:lstStyle/>
          <a:p>
            <a:fld id="{2BED87DE-3125-1D4E-99ED-F4C0CC774B19}" type="datetime1">
              <a:rPr lang="en-US" smtClean="0"/>
              <a:t>9/22/26</a:t>
            </a:fld>
            <a:endParaRPr lang="de-DE"/>
          </a:p>
        </p:txBody>
      </p:sp>
      <p:sp>
        <p:nvSpPr>
          <p:cNvPr id="6" name="Footer Placeholder 5">
            <a:extLst>
              <a:ext uri="{FF2B5EF4-FFF2-40B4-BE49-F238E27FC236}">
                <a16:creationId xmlns:a16="http://schemas.microsoft.com/office/drawing/2014/main" id="{1B72B7B0-FB82-754A-E331-9F3D03F13D2D}"/>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7EC0C6E5-A864-8D29-B45D-21E23026496C}"/>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902BBA65-A2D7-A18A-E548-A3E6399B68E8}"/>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49021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8F17B60-1712-491C-09F9-ADCE8A4EA65E}"/>
              </a:ext>
            </a:extLst>
          </p:cNvPr>
          <p:cNvSpPr>
            <a:spLocks noGrp="1"/>
          </p:cNvSpPr>
          <p:nvPr>
            <p:ph type="dt" sz="half" idx="10"/>
          </p:nvPr>
        </p:nvSpPr>
        <p:spPr>
          <a:xfrm>
            <a:off x="446399" y="6356350"/>
            <a:ext cx="3135001" cy="365125"/>
          </a:xfrm>
        </p:spPr>
        <p:txBody>
          <a:bodyPr/>
          <a:lstStyle/>
          <a:p>
            <a:fld id="{43C3618C-C306-F848-BE7E-873814464F34}" type="datetime1">
              <a:rPr lang="en-US" smtClean="0"/>
              <a:t>9/22/26</a:t>
            </a:fld>
            <a:endParaRPr lang="de-DE"/>
          </a:p>
        </p:txBody>
      </p:sp>
      <p:sp>
        <p:nvSpPr>
          <p:cNvPr id="3" name="Footer Placeholder 2">
            <a:extLst>
              <a:ext uri="{FF2B5EF4-FFF2-40B4-BE49-F238E27FC236}">
                <a16:creationId xmlns:a16="http://schemas.microsoft.com/office/drawing/2014/main" id="{10BD0012-87AD-0547-F9CE-9D55443F1035}"/>
              </a:ext>
            </a:extLst>
          </p:cNvPr>
          <p:cNvSpPr>
            <a:spLocks noGrp="1"/>
          </p:cNvSpPr>
          <p:nvPr>
            <p:ph type="ftr" sz="quarter" idx="11"/>
          </p:nvPr>
        </p:nvSpPr>
        <p:spPr/>
        <p:txBody>
          <a:bodyPr/>
          <a:lstStyle/>
          <a:p>
            <a:endParaRPr lang="de-DE"/>
          </a:p>
        </p:txBody>
      </p:sp>
      <p:sp>
        <p:nvSpPr>
          <p:cNvPr id="4" name="Slide Number Placeholder 3">
            <a:extLst>
              <a:ext uri="{FF2B5EF4-FFF2-40B4-BE49-F238E27FC236}">
                <a16:creationId xmlns:a16="http://schemas.microsoft.com/office/drawing/2014/main" id="{1A6DA1F9-52F5-00B7-CC94-CD773FE1A39E}"/>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5" name="Grafik 2">
            <a:extLst>
              <a:ext uri="{FF2B5EF4-FFF2-40B4-BE49-F238E27FC236}">
                <a16:creationId xmlns:a16="http://schemas.microsoft.com/office/drawing/2014/main" id="{A7DB3C19-A476-57E8-CD23-56765C7ABC05}"/>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spTree>
    <p:extLst>
      <p:ext uri="{BB962C8B-B14F-4D97-AF65-F5344CB8AC3E}">
        <p14:creationId xmlns:p14="http://schemas.microsoft.com/office/powerpoint/2010/main" val="3077948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22E5B-20EE-8FA0-DC48-C00E0A8F3FB6}"/>
              </a:ext>
            </a:extLst>
          </p:cNvPr>
          <p:cNvSpPr>
            <a:spLocks noGrp="1"/>
          </p:cNvSpPr>
          <p:nvPr>
            <p:ph type="title"/>
          </p:nvPr>
        </p:nvSpPr>
        <p:spPr/>
        <p:txBody>
          <a:bodyPr/>
          <a:lstStyle/>
          <a:p>
            <a:r>
              <a:rPr lang="en-US"/>
              <a:t>Click to edit Master title style</a:t>
            </a:r>
            <a:endParaRPr lang="de-DE"/>
          </a:p>
        </p:txBody>
      </p:sp>
      <p:sp>
        <p:nvSpPr>
          <p:cNvPr id="3" name="Date Placeholder 2">
            <a:extLst>
              <a:ext uri="{FF2B5EF4-FFF2-40B4-BE49-F238E27FC236}">
                <a16:creationId xmlns:a16="http://schemas.microsoft.com/office/drawing/2014/main" id="{57C1A6CB-306B-8F22-C754-D44FEEC90577}"/>
              </a:ext>
            </a:extLst>
          </p:cNvPr>
          <p:cNvSpPr>
            <a:spLocks noGrp="1"/>
          </p:cNvSpPr>
          <p:nvPr>
            <p:ph type="dt" sz="half" idx="10"/>
          </p:nvPr>
        </p:nvSpPr>
        <p:spPr/>
        <p:txBody>
          <a:bodyPr/>
          <a:lstStyle/>
          <a:p>
            <a:fld id="{CBECF02C-3C7A-A047-B181-FDDE9ECD3312}" type="datetime1">
              <a:rPr lang="en-US" smtClean="0"/>
              <a:t>9/22/26</a:t>
            </a:fld>
            <a:endParaRPr lang="de-DE"/>
          </a:p>
        </p:txBody>
      </p:sp>
      <p:sp>
        <p:nvSpPr>
          <p:cNvPr id="4" name="Footer Placeholder 3">
            <a:extLst>
              <a:ext uri="{FF2B5EF4-FFF2-40B4-BE49-F238E27FC236}">
                <a16:creationId xmlns:a16="http://schemas.microsoft.com/office/drawing/2014/main" id="{77950D6A-461B-2E49-EB48-06F8A5A528D1}"/>
              </a:ext>
            </a:extLst>
          </p:cNvPr>
          <p:cNvSpPr>
            <a:spLocks noGrp="1"/>
          </p:cNvSpPr>
          <p:nvPr>
            <p:ph type="ftr" sz="quarter" idx="11"/>
          </p:nvPr>
        </p:nvSpPr>
        <p:spPr/>
        <p:txBody>
          <a:bodyPr/>
          <a:lstStyle/>
          <a:p>
            <a:endParaRPr lang="de-DE"/>
          </a:p>
        </p:txBody>
      </p:sp>
      <p:sp>
        <p:nvSpPr>
          <p:cNvPr id="5" name="Slide Number Placeholder 4">
            <a:extLst>
              <a:ext uri="{FF2B5EF4-FFF2-40B4-BE49-F238E27FC236}">
                <a16:creationId xmlns:a16="http://schemas.microsoft.com/office/drawing/2014/main" id="{2442B0E1-13AB-8BA1-D9D7-0B37A7081F8F}"/>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400281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B3CE1-04CA-025C-39FF-401456A4FA5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DE"/>
          </a:p>
        </p:txBody>
      </p:sp>
      <p:sp>
        <p:nvSpPr>
          <p:cNvPr id="3" name="Picture Placeholder 2">
            <a:extLst>
              <a:ext uri="{FF2B5EF4-FFF2-40B4-BE49-F238E27FC236}">
                <a16:creationId xmlns:a16="http://schemas.microsoft.com/office/drawing/2014/main" id="{DA44F906-7AD5-526C-CD80-B2A508454A5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 Placeholder 3">
            <a:extLst>
              <a:ext uri="{FF2B5EF4-FFF2-40B4-BE49-F238E27FC236}">
                <a16:creationId xmlns:a16="http://schemas.microsoft.com/office/drawing/2014/main" id="{64B70566-E61B-2FCF-C5D7-41F2C0D98D7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A60B7E7-FB96-B9C8-7116-144619711829}"/>
              </a:ext>
            </a:extLst>
          </p:cNvPr>
          <p:cNvSpPr>
            <a:spLocks noGrp="1"/>
          </p:cNvSpPr>
          <p:nvPr>
            <p:ph type="dt" sz="half" idx="10"/>
          </p:nvPr>
        </p:nvSpPr>
        <p:spPr/>
        <p:txBody>
          <a:bodyPr/>
          <a:lstStyle/>
          <a:p>
            <a:fld id="{C1CB0BDE-9158-9842-9649-F7D64D576DD4}" type="datetime1">
              <a:rPr lang="en-US" smtClean="0"/>
              <a:t>9/22/26</a:t>
            </a:fld>
            <a:endParaRPr lang="de-DE"/>
          </a:p>
        </p:txBody>
      </p:sp>
      <p:sp>
        <p:nvSpPr>
          <p:cNvPr id="6" name="Footer Placeholder 5">
            <a:extLst>
              <a:ext uri="{FF2B5EF4-FFF2-40B4-BE49-F238E27FC236}">
                <a16:creationId xmlns:a16="http://schemas.microsoft.com/office/drawing/2014/main" id="{9C8D1E1B-2F89-88D3-4683-737C468D3987}"/>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46E57D26-B97C-C747-49D7-6451D4CA0B22}"/>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1516656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4E73F5-CB6D-3E99-FE78-B82E345B690B}"/>
              </a:ext>
            </a:extLst>
          </p:cNvPr>
          <p:cNvSpPr>
            <a:spLocks noGrp="1"/>
          </p:cNvSpPr>
          <p:nvPr>
            <p:ph type="title"/>
          </p:nvPr>
        </p:nvSpPr>
        <p:spPr/>
        <p:txBody>
          <a:bodyPr/>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373A1FF6-5E0F-4B73-AFF3-B7196FFF36E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1D1B6167-3A02-2D54-0A05-15622B1A6CC0}"/>
              </a:ext>
            </a:extLst>
          </p:cNvPr>
          <p:cNvSpPr>
            <a:spLocks noGrp="1"/>
          </p:cNvSpPr>
          <p:nvPr>
            <p:ph type="dt" sz="half" idx="10"/>
          </p:nvPr>
        </p:nvSpPr>
        <p:spPr/>
        <p:txBody>
          <a:bodyPr/>
          <a:lstStyle/>
          <a:p>
            <a:fld id="{C1F8A8BE-9F5A-9242-B888-1B340635B5B3}" type="datetime1">
              <a:rPr lang="en-US" smtClean="0"/>
              <a:t>9/22/26</a:t>
            </a:fld>
            <a:endParaRPr lang="de-DE"/>
          </a:p>
        </p:txBody>
      </p:sp>
      <p:sp>
        <p:nvSpPr>
          <p:cNvPr id="5" name="Footer Placeholder 4">
            <a:extLst>
              <a:ext uri="{FF2B5EF4-FFF2-40B4-BE49-F238E27FC236}">
                <a16:creationId xmlns:a16="http://schemas.microsoft.com/office/drawing/2014/main" id="{52E232CF-D0D9-E5A7-02AE-89A4C8378BC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3FA172CD-5AFF-BFDF-A5FF-3ED16759EE80}"/>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38012244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FE75433-AEAA-29BE-3441-9F1D2D2B1E5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B7474DBD-F4DC-1A85-7707-5862E8BA6F4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B8C9C324-C7CD-7442-C024-FBF5C147C365}"/>
              </a:ext>
            </a:extLst>
          </p:cNvPr>
          <p:cNvSpPr>
            <a:spLocks noGrp="1"/>
          </p:cNvSpPr>
          <p:nvPr>
            <p:ph type="dt" sz="half" idx="10"/>
          </p:nvPr>
        </p:nvSpPr>
        <p:spPr/>
        <p:txBody>
          <a:bodyPr/>
          <a:lstStyle/>
          <a:p>
            <a:fld id="{21AE4B26-B4AB-2342-9FD2-B54D98EB2689}" type="datetime1">
              <a:rPr lang="en-US" smtClean="0"/>
              <a:t>9/22/26</a:t>
            </a:fld>
            <a:endParaRPr lang="de-DE"/>
          </a:p>
        </p:txBody>
      </p:sp>
      <p:sp>
        <p:nvSpPr>
          <p:cNvPr id="5" name="Footer Placeholder 4">
            <a:extLst>
              <a:ext uri="{FF2B5EF4-FFF2-40B4-BE49-F238E27FC236}">
                <a16:creationId xmlns:a16="http://schemas.microsoft.com/office/drawing/2014/main" id="{DC9FB9FA-927B-C32C-9164-FB16484AAE87}"/>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D7DAB917-9A4F-201D-34B4-1A6AFCA2C5AD}"/>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3648842"/>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67EE87-C05A-0104-CB97-6D15BE457012}"/>
              </a:ext>
            </a:extLst>
          </p:cNvPr>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lang="de-DE"/>
          </a:p>
        </p:txBody>
      </p:sp>
      <p:sp>
        <p:nvSpPr>
          <p:cNvPr id="3" name="Text Placeholder 2">
            <a:extLst>
              <a:ext uri="{FF2B5EF4-FFF2-40B4-BE49-F238E27FC236}">
                <a16:creationId xmlns:a16="http://schemas.microsoft.com/office/drawing/2014/main" id="{6A537335-1A87-B65B-F1D0-CB0022F1C3CE}"/>
              </a:ext>
            </a:extLst>
          </p:cNvPr>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endParaRPr dirty="0" lang="de-DE"/>
          </a:p>
        </p:txBody>
      </p:sp>
      <p:sp>
        <p:nvSpPr>
          <p:cNvPr id="4" name="Date Placeholder 3">
            <a:extLst>
              <a:ext uri="{FF2B5EF4-FFF2-40B4-BE49-F238E27FC236}">
                <a16:creationId xmlns:a16="http://schemas.microsoft.com/office/drawing/2014/main" id="{56455800-6623-40E6-869A-E1E3B8E8C90F}"/>
              </a:ext>
            </a:extLst>
          </p:cNvPr>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5F4432E8-C144-0141-ADD6-F0C21840F670}" type="datetime1">
              <a:rPr lang="en-US" smtClean="0"/>
              <a:t>9/22/26</a:t>
            </a:fld>
            <a:endParaRPr lang="de-DE"/>
          </a:p>
        </p:txBody>
      </p:sp>
      <p:sp>
        <p:nvSpPr>
          <p:cNvPr id="5" name="Footer Placeholder 4">
            <a:extLst>
              <a:ext uri="{FF2B5EF4-FFF2-40B4-BE49-F238E27FC236}">
                <a16:creationId xmlns:a16="http://schemas.microsoft.com/office/drawing/2014/main" id="{C25AF420-6358-CF2F-ACCE-D22F80A8B85C}"/>
              </a:ext>
            </a:extLst>
          </p:cNvPr>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endParaRPr lang="de-DE"/>
          </a:p>
        </p:txBody>
      </p:sp>
      <p:sp>
        <p:nvSpPr>
          <p:cNvPr id="6" name="Slide Number Placeholder 5">
            <a:extLst>
              <a:ext uri="{FF2B5EF4-FFF2-40B4-BE49-F238E27FC236}">
                <a16:creationId xmlns:a16="http://schemas.microsoft.com/office/drawing/2014/main" id="{CF0FE700-0F47-2D53-713D-9B5435FC21A7}"/>
              </a:ext>
            </a:extLst>
          </p:cNvPr>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7FEFBAB6-26D0-44D8-BD53-612461CE1ACC}" type="slidenum">
              <a:rPr lang="de-DE" smtClean="0"/>
              <a:t>‹#›</a:t>
            </a:fld>
            <a:endParaRPr lang="de-DE"/>
          </a:p>
        </p:txBody>
      </p:sp>
    </p:spTree>
    <p:extLst>
      <p:ext uri="{BB962C8B-B14F-4D97-AF65-F5344CB8AC3E}">
        <p14:creationId xmlns:p14="http://schemas.microsoft.com/office/powerpoint/2010/main" val="1218565218"/>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6" r:id="rId6"/>
    <p:sldLayoutId id="2147483655" r:id="rId7"/>
    <p:sldLayoutId id="2147483654" r:id="rId8"/>
    <p:sldLayoutId id="2147483657" r:id="rId9"/>
    <p:sldLayoutId id="2147483658" r:id="rId10"/>
    <p:sldLayoutId id="2147483659" r:id="rId11"/>
  </p:sldLayoutIdLst>
  <p:hf dt="0" ftr="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3.xml" /><Relationship Id="rId3"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9.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0.xml" /><Relationship Id="rId3" Type="http://schemas.openxmlformats.org/officeDocument/2006/relationships/image" Target="../media/image6.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1.xml" /><Relationship Id="rId3" Type="http://schemas.openxmlformats.org/officeDocument/2006/relationships/image" Target="../media/image7.jp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8.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lstStyle/>
          <a:p>
            <a:pPr lvl="0" indent="0" marL="0">
              <a:buNone/>
            </a:pPr>
            <a:r>
              <a:rPr/>
              <a:t>Citing made simple: A practical guide for Zotero</a:t>
            </a:r>
          </a:p>
        </p:txBody>
      </p:sp>
      <p:sp>
        <p:nvSpPr>
          <p:cNvPr id="3" name="Subtitle 2">
            <a:extLst>
              <a:ext uri="{FF2B5EF4-FFF2-40B4-BE49-F238E27FC236}">
                <a16:creationId xmlns:a16="http://schemas.microsoft.com/office/drawing/2014/main" id="{032BD40E-7E13-B1FA-A1D1-2C360EE8DF4B}"/>
              </a:ext>
            </a:extLst>
          </p:cNvPr>
          <p:cNvSpPr>
            <a:spLocks noGrp="1"/>
          </p:cNvSpPr>
          <p:nvPr>
            <p:ph idx="1" type="subTitle"/>
          </p:nvPr>
        </p:nvSpPr>
        <p:spPr>
          <a:xfrm>
            <a:off x="1524000" y="3602038"/>
            <a:ext cx="9144000" cy="1655762"/>
          </a:xfrm>
        </p:spPr>
        <p:txBody>
          <a:bodyPr/>
          <a:lstStyle/>
          <a:p>
            <a:pPr lvl="0" indent="0" marL="0">
              <a:buNone/>
            </a:pPr>
            <a:r>
              <a:rPr/>
              <a:t>Tejaswini Sharma</a:t>
            </a:r>
          </a:p>
        </p:txBody>
      </p:sp>
      <p:sp>
        <p:nvSpPr>
          <p:cNvPr id="4" name="Date Placeholder 3">
            <a:extLst>
              <a:ext uri="{FF2B5EF4-FFF2-40B4-BE49-F238E27FC236}">
                <a16:creationId xmlns:a16="http://schemas.microsoft.com/office/drawing/2014/main" id="{349C7714-67B2-3985-27ED-BCB048C59339}"/>
              </a:ext>
            </a:extLst>
          </p:cNvPr>
          <p:cNvSpPr>
            <a:spLocks noGrp="1"/>
          </p:cNvSpPr>
          <p:nvPr>
            <p:ph idx="10" sz="half" type="dt"/>
          </p:nvPr>
        </p:nvSpPr>
        <p:spPr>
          <a:xfrm>
            <a:off x="446400" y="6356350"/>
            <a:ext cx="3135000" cy="365125"/>
          </a:xfrm>
        </p:spPr>
        <p:txBody>
          <a:bodyPr/>
          <a:lstStyle/>
          <a:p>
            <a:pPr lvl="0" indent="0" marL="0">
              <a:buNone/>
            </a:pPr>
            <a:r>
              <a:rPr/>
              <a:t>September 30, 2020</a:t>
            </a:r>
          </a:p>
        </p:txBody>
      </p:sp>
      <p:sp>
        <p:nvSpPr>
          <p:cNvPr id="6" name="Slide Number Placeholder 5">
            <a:extLst>
              <a:ext uri="{FF2B5EF4-FFF2-40B4-BE49-F238E27FC236}">
                <a16:creationId xmlns:a16="http://schemas.microsoft.com/office/drawing/2014/main" id="{A5E5FB60-FFB4-682C-82D2-0D1E175BDC09}"/>
              </a:ext>
            </a:extLst>
          </p:cNvPr>
          <p:cNvSpPr>
            <a:spLocks noGrp="1"/>
          </p:cNvSpPr>
          <p:nvPr>
            <p:ph idx="12" sz="quarter" type="sldNum"/>
          </p:nvPr>
        </p:nvSpPr>
        <p:spPr>
          <a:xfrm>
            <a:off x="8610600" y="6356350"/>
            <a:ext cx="3135000" cy="365125"/>
          </a:xfrm>
        </p:spPr>
        <p:txBody>
          <a:bodyPr/>
          <a:lstStyle>
            <a:lvl1pPr>
              <a:defRPr>
                <a:solidFill>
                  <a:schemeClr val="bg1"/>
                </a:solidFill>
              </a:defRPr>
            </a:lvl1pPr>
          </a:lstStyle>
          <a:p>
            <a:fld id="{7FEFBAB6-26D0-44D8-BD53-612461CE1ACC}" type="slidenum">
              <a:rPr lang="de-DE" smtClean="0"/>
              <a:pPr/>
              <a:t>‹#›</a:t>
            </a:fld>
            <a:endParaRPr lang="de-DE"/>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Licence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5372100" y="1574800"/>
          <a:ext cx="6362700" cy="4457700"/>
        </p:xfrm>
        <a:graphic>
          <a:graphicData uri="http://schemas.openxmlformats.org/drawingml/2006/table">
            <a:tbl>
              <a:tblPr firstRow="1" bandRow="1">
                <a:tableStyleId>{5C22544A-7EE6-4342-B048-85BDC9FD1C3A}</a:tableStyleId>
              </a:tblPr>
              <a:tblGrid>
                <a:gridCol w="2120900"/>
                <a:gridCol w="2120900"/>
                <a:gridCol w="21209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5372100" y="1892300"/>
            <a:ext cx="6362700" cy="3810000"/>
          </a:xfrm>
          <a:prstGeom prst="rect">
            <a:avLst/>
          </a:prstGeom>
          <a:noFill/>
          <a:ln w="9525">
            <a:noFill/>
            <a:headEnd/>
            <a:tailEnd/>
          </a:ln>
        </p:spPr>
      </p:pic>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from the previous submodule?</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Before we start: Survey time!</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Where are we at?</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5372100" y="2438400"/>
            <a:ext cx="6362700" cy="2235200"/>
          </a:xfrm>
          <a:prstGeom prst="rect">
            <a:avLst/>
          </a:prstGeom>
          <a:noFill/>
          <a:ln w="9525">
            <a:noFill/>
            <a:headEnd/>
            <a:tailEnd/>
          </a:ln>
        </p:spPr>
      </p:pic>
      <p:sp>
        <p:nvSpPr>
          <p:cNvPr id="1" name="TextBox 3"/>
          <p:cNvSpPr txBox="1"/>
          <p:nvPr>
            <p:ph idx="1"/>
          </p:nvPr>
        </p:nvSpPr>
        <p:spPr>
          <a:xfrm>
            <a:off x="5372100" y="5524500"/>
            <a:ext cx="6362700" cy="508000"/>
          </a:xfrm>
          <a:prstGeom prst="rect">
            <a:avLst/>
          </a:prstGeom>
          <a:noFill/>
        </p:spPr>
        <p:txBody>
          <a:bodyPr/>
          <a:lstStyle/>
          <a:p>
            <a:pPr lvl="0" indent="0" marL="0" algn="ctr">
              <a:buNone/>
            </a:pPr>
            <a:r>
              <a:rPr/>
              <a:t>Copyright: © FastArcher.</a:t>
            </a:r>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p:txBody>
          <a:bodyPr/>
          <a:lstStyle/>
          <a:p>
            <a:pPr lvl="0" indent="0" marL="0">
              <a:buNone/>
            </a:pPr>
            <a:r>
              <a:rPr/>
              <a:t>Thus, you need to </a:t>
            </a:r>
            <a:r>
              <a:rPr b="1"/>
              <a:t>cite</a:t>
            </a:r>
            <a:r>
              <a:rPr/>
              <a:t> the source of your knowledge; in this case, a scientific paper.</a:t>
            </a:r>
          </a:p>
        </p:txBody>
      </p:sp>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5372100" y="3441700"/>
            <a:ext cx="6362700" cy="723900"/>
          </a:xfrm>
          <a:prstGeom prst="rect">
            <a:avLst/>
          </a:prstGeom>
          <a:noFill/>
          <a:ln w="9525">
            <a:noFill/>
            <a:headEnd/>
            <a:tailEnd/>
          </a:ln>
        </p:spPr>
      </p:pic>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5372100" y="3060700"/>
            <a:ext cx="6362700" cy="1473200"/>
          </a:xfrm>
          <a:prstGeom prst="rect">
            <a:avLst/>
          </a:prstGeom>
          <a:noFill/>
          <a:ln w="9525">
            <a:noFill/>
            <a:headEnd/>
            <a:tailEnd/>
          </a:ln>
        </p:spPr>
      </p:pic>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Why are they needed?</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Short exercise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Use a minute to think about which citation format is used in </a:t>
            </a:r>
            <a:r>
              <a:rPr b="1"/>
              <a:t>your field</a:t>
            </a:r>
            <a:r>
              <a:rPr/>
              <a: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at this point?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lstStyle/>
          <a:p>
            <a:pPr lvl="0" indent="0" marL="0">
              <a:buNone/>
            </a:pPr>
            <a:r>
              <a:rPr/>
              <a:t>Brief overview of Zotero</a:t>
            </a:r>
          </a:p>
        </p:txBody>
      </p:sp>
      <p:sp>
        <p:nvSpPr>
          <p:cNvPr id="6" name="Slide Number Placeholder 5">
            <a:extLst>
              <a:ext uri="{FF2B5EF4-FFF2-40B4-BE49-F238E27FC236}">
                <a16:creationId xmlns:a16="http://schemas.microsoft.com/office/drawing/2014/main" id="{B93C94A4-D223-C226-398A-59B1A3955C6C}"/>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2184400" y="1511300"/>
            <a:ext cx="7810500" cy="4660900"/>
          </a:xfrm>
          <a:prstGeom prst="rect">
            <a:avLst/>
          </a:prstGeom>
          <a:noFill/>
          <a:ln w="9525">
            <a:noFill/>
            <a:headEnd/>
            <a:tailEnd/>
          </a:ln>
        </p:spPr>
      </p:pic>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Your turn!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Wrapping up</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Looking into the future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457200" marL="4572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457200" marL="457200">
              <a:buAutoNum startAt="2" type="arabicPeriod"/>
            </a:pPr>
            <a:r>
              <a:rPr b="1"/>
              <a:t>Share your thoughts with the group.</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Take-home messages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 Check-In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To conclude: Survey time!</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References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Thanks!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See you next session :)</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Additional in-class activity</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CREDiT Contribution Statement - TO DO</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theme/theme1.xml><?xml version="1.0" encoding="utf-8"?>
<a:theme xmlns:a="http://schemas.openxmlformats.org/drawingml/2006/main" name="Office Theme">
  <a:themeElements>
    <a:clrScheme name="Custom 1">
      <a:dk1>
        <a:sysClr val="windowText" lastClr="000000"/>
      </a:dk1>
      <a:lt1>
        <a:sysClr val="window" lastClr="FFFFFF"/>
      </a:lt1>
      <a:dk2>
        <a:srgbClr val="0E2841"/>
      </a:dk2>
      <a:lt2>
        <a:srgbClr val="E8E8E8"/>
      </a:lt2>
      <a:accent1>
        <a:srgbClr val="3A7D2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3</Words>
  <Application>Microsoft Macintosh PowerPoint</Application>
  <PresentationFormat>Widescreen</PresentationFormat>
  <Paragraphs>2</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Office Theme</vt:lpstr>
      <vt:lpstr>LMU template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2026-09-23T15:03:56Z</dcterms:created>
  <dcterms:modified xsi:type="dcterms:W3CDTF">2026-09-23T15:03:56Z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September 30, 2020</vt:lpwstr>
  </property>
  <property fmtid="{D5CDD505-2E9C-101B-9397-08002B2CF9AE}" pid="8" name="date-format">
    <vt:lpwstr>long</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esting">
    <vt:lpwstr>Trying a custom field</vt:lpwstr>
  </property>
  <property fmtid="{D5CDD505-2E9C-101B-9397-08002B2CF9AE}" pid="14" name="toc-title">
    <vt:lpwstr>Table of contents</vt:lpwstr>
  </property>
</Properties>
</file>