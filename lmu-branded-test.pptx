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notesMaster" Target="notesMasters/notesMaster1.xml" /><Relationship Id="rId51" Type="http://schemas.openxmlformats.org/officeDocument/2006/relationships/tableStyles" Target="tableStyles.xml" /><Relationship Id="rId1" Type="http://schemas.openxmlformats.org/officeDocument/2006/relationships/slideMaster" Target="slideMasters/slideMaster1.xml" /><Relationship Id="rId50" Type="http://schemas.openxmlformats.org/officeDocument/2006/relationships/theme" Target="theme/theme1.xml" /><Relationship Id="rId49" Type="http://schemas.openxmlformats.org/officeDocument/2006/relationships/viewProps" Target="viewProps.xml" /><Relationship Id="rId48"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44</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Section Header?</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content in section header?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 section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some text</a:t>
            </a:r>
          </a:p>
          <a:p>
            <a:pPr lvl="0"/>
            <a:r>
              <a:rPr/>
              <a:t>another bullet point</a:t>
            </a:r>
          </a:p>
          <a:p>
            <a:pPr lvl="0"/>
            <a:r>
              <a:rPr b="1"/>
              <a:t>bold</a:t>
            </a:r>
          </a:p>
          <a:p>
            <a:pPr lvl="0"/>
            <a:r>
              <a:rPr i="1"/>
              <a:t>italics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this is a level three headers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2026-09-23T14:16:44Z</dcterms:created>
  <dcterms:modified xsi:type="dcterms:W3CDTF">2026-09-23T14:16:44Z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