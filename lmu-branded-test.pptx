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11"/>
    <p:restoredTop sz="94658"/>
  </p:normalViewPr>
  <p:slideViewPr>
    <p:cSldViewPr snapToGrid="0">
      <p:cViewPr varScale="1">
        <p:scale>
          <a:sx d="100" n="124"/>
          <a:sy d="100" n="124"/>
        </p:scale>
        <p:origin x="544" y="168"/>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notesMaster" Target="notesMasters/notesMaster1.xml" /><Relationship Id="rId51" Type="http://schemas.openxmlformats.org/officeDocument/2006/relationships/tableStyles" Target="tableStyles.xml" /><Relationship Id="rId1" Type="http://schemas.openxmlformats.org/officeDocument/2006/relationships/slideMaster" Target="slideMasters/slideMaster1.xml" /><Relationship Id="rId50" Type="http://schemas.openxmlformats.org/officeDocument/2006/relationships/theme" Target="theme/theme1.xml" /><Relationship Id="rId49" Type="http://schemas.openxmlformats.org/officeDocument/2006/relationships/viewProps" Target="viewProps.xml" /><Relationship Id="rId48" Type="http://schemas.openxmlformats.org/officeDocument/2006/relationships/presProps" Target="pres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57B064-B752-FD47-97A2-4C24AE6B024A}" type="datetimeFigureOut">
              <a:rPr lang="en-US" smtClean="0"/>
              <a:t>9/22/26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35DC12-1F25-3F4F-8976-F7B9B059DA07}" type="slidenum">
              <a:rPr lang="en-US" smtClean="0"/>
              <a:t>‹#›</a:t>
            </a:fld>
            <a:endParaRPr lang="en-US"/>
          </a:p>
        </p:txBody>
      </p:sp>
    </p:spTree>
    <p:extLst>
      <p:ext uri="{BB962C8B-B14F-4D97-AF65-F5344CB8AC3E}">
        <p14:creationId xmlns:p14="http://schemas.microsoft.com/office/powerpoint/2010/main" val="2309847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335DC12-1F25-3F4F-8976-F7B9B059DA07}"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335DC12-1F25-3F4F-8976-F7B9B059DA07}"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335DC12-1F25-3F4F-8976-F7B9B059DA07}" type="slidenum">
              <a:rPr lang="en-US"/>
              <a:t>10</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335DC12-1F25-3F4F-8976-F7B9B059DA07}" type="slidenum">
              <a:rPr lang="en-US"/>
              <a:t>11</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335DC12-1F25-3F4F-8976-F7B9B059DA07}" type="slidenum">
              <a:rPr lang="en-US"/>
              <a:t>12</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335DC12-1F25-3F4F-8976-F7B9B059DA07}" type="slidenum">
              <a:rPr lang="en-US"/>
              <a:t>15</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335DC12-1F25-3F4F-8976-F7B9B059DA07}" type="slidenum">
              <a:rPr lang="en-US"/>
              <a:t>16</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17</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335DC12-1F25-3F4F-8976-F7B9B059DA07}" type="slidenum">
              <a:rPr lang="en-US"/>
              <a:t>18</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19</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20</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335DC12-1F25-3F4F-8976-F7B9B059DA07}" type="slidenum">
              <a:rPr lang="en-US"/>
              <a:t>21</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335DC12-1F25-3F4F-8976-F7B9B059DA07}" type="slidenum">
              <a:rPr lang="en-US"/>
              <a:t>23</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335DC12-1F25-3F4F-8976-F7B9B059DA07}" type="slidenum">
              <a:rPr lang="en-US"/>
              <a:t>24</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335DC12-1F25-3F4F-8976-F7B9B059DA07}" type="slidenum">
              <a:rPr lang="en-US"/>
              <a:t>25</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335DC12-1F25-3F4F-8976-F7B9B059DA07}"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335DC12-1F25-3F4F-8976-F7B9B059DA07}"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335DC12-1F25-3F4F-8976-F7B9B059DA07}"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335DC12-1F25-3F4F-8976-F7B9B059DA07}"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335DC12-1F25-3F4F-8976-F7B9B059DA07}" type="slidenum">
              <a:rPr lang="en-US"/>
              <a:t>31</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335DC12-1F25-3F4F-8976-F7B9B059DA07}" type="slidenum">
              <a:rPr lang="en-US"/>
              <a:t>32</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335DC12-1F25-3F4F-8976-F7B9B059DA07}" type="slidenum">
              <a:rPr lang="en-US"/>
              <a:t>33</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335DC12-1F25-3F4F-8976-F7B9B059DA07}"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335DC12-1F25-3F4F-8976-F7B9B059DA07}"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335DC12-1F25-3F4F-8976-F7B9B059DA07}"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335DC12-1F25-3F4F-8976-F7B9B059DA07}"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335DC12-1F25-3F4F-8976-F7B9B059DA07}"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335DC12-1F25-3F4F-8976-F7B9B059DA07}" type="slidenum">
              <a:rPr lang="en-US"/>
              <a:t>41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335DC12-1F25-3F4F-8976-F7B9B059DA07}" type="slidenum">
              <a:rPr lang="en-US"/>
              <a:t>44</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F4E803E4-C7BA-F14D-AC42-A22C6EB66783}" type="datetime1">
              <a:rPr lang="en-US" smtClean="0"/>
              <a:t>9/22/26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E85A3416-A813-F447-89B3-37ECFBBE4EFA}" type="datetime1">
              <a:rPr lang="en-US" smtClean="0"/>
              <a:t>9/22/26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6BFA26B1-2218-D643-9983-927612BCF827}" type="datetime1">
              <a:rPr lang="en-US" smtClean="0"/>
              <a:t>9/22/26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1588426-C358-B343-A366-E3E7336823B1}" type="datetime1">
              <a:rPr lang="en-US" smtClean="0"/>
              <a:t>9/22/26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7D1F46F6-2FB8-E348-BEB7-ECE7E886726D}" type="datetime1">
              <a:rPr lang="en-US" smtClean="0"/>
              <a:t>9/22/26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2BED87DE-3125-1D4E-99ED-F4C0CC774B19}" type="datetime1">
              <a:rPr lang="en-US" smtClean="0"/>
              <a:t>9/22/26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43C3618C-C306-F848-BE7E-873814464F34}" type="datetime1">
              <a:rPr lang="en-US" smtClean="0"/>
              <a:t>9/22/26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BECF02C-3C7A-A047-B181-FDDE9ECD3312}" type="datetime1">
              <a:rPr lang="en-US" smtClean="0"/>
              <a:t>9/22/26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1CB0BDE-9158-9842-9649-F7D64D576DD4}" type="datetime1">
              <a:rPr lang="en-US" smtClean="0"/>
              <a:t>9/22/26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1F8A8BE-9F5A-9242-B888-1B340635B5B3}" type="datetime1">
              <a:rPr lang="en-US" smtClean="0"/>
              <a:t>9/22/26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21AE4B26-B4AB-2342-9FD2-B54D98EB2689}" type="datetime1">
              <a:rPr lang="en-US" smtClean="0"/>
              <a:t>9/22/26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5F4432E8-C144-0141-ADD6-F0C21840F670}" type="datetime1">
              <a:rPr lang="en-US" smtClean="0"/>
              <a:t>9/22/26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hf dt="0" ftr="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June 9, 2022</a:t>
            </a: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idx="12" sz="quarter" type="sldNum"/>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Testing Slide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1270000">
              <a:buNone/>
            </a:pPr>
            <a:r>
              <a:rPr sz="2000" b="1"/>
              <a:t>Tip</a:t>
            </a:r>
          </a:p>
          <a:p>
            <a:pPr lvl="0" indent="0" marL="1270000">
              <a:buNone/>
            </a:pPr>
            <a:r>
              <a:rPr sz="2000"/>
              <a:t>This is a callout box test</a:t>
            </a:r>
          </a:p>
          <a:p>
            <a:pPr lvl="0" indent="0" marL="0">
              <a:buNone/>
            </a:pPr>
            <a:r>
              <a:rPr/>
              <a:t>Test citation </a:t>
            </a:r>
            <a:r>
              <a:rPr>
                <a:hlinkClick r:id="rId2" action="ppaction://hlinksldjump"/>
              </a:rPr>
              <a:t>Jackson (1990)</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Section Header?</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content in section header?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 section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some text</a:t>
            </a:r>
          </a:p>
          <a:p>
            <a:pPr lvl="0"/>
            <a:r>
              <a:rPr/>
              <a:t>another bullet point</a:t>
            </a:r>
          </a:p>
          <a:p>
            <a:pPr lvl="0"/>
            <a:r>
              <a:rPr b="1"/>
              <a:t>bold</a:t>
            </a:r>
          </a:p>
          <a:p>
            <a:pPr lvl="0"/>
            <a:r>
              <a:rPr i="1"/>
              <a:t>italics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this is a level three headers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Jackson, P. (1990). The Daily Grind. In </a:t>
            </a:r>
            <a:r>
              <a:rPr i="1"/>
              <a:t>Life in Classrooms</a:t>
            </a:r>
            <a:r>
              <a:rPr/>
              <a:t> (2nd ed., pp. 34–35). Teachers College Press.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Words>
  <Application>Microsoft Macintosh PowerPoint</Application>
  <PresentationFormat>Widescreen</PresentationFormat>
  <Paragraphs>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2026-09-23T14:08:15Z</dcterms:created>
  <dcterms:modified xsi:type="dcterms:W3CDTF">2026-09-23T14:08:15Z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June 9, 2022</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