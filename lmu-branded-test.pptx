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notesMaster" Target="notesMasters/notesMaster1.xml" /><Relationship Id="rId49" Type="http://schemas.openxmlformats.org/officeDocument/2006/relationships/tableStyles" Target="tableStyles.xml" /><Relationship Id="rId1" Type="http://schemas.openxmlformats.org/officeDocument/2006/relationships/slideMaster" Target="slideMasters/slideMaster1.xml" /><Relationship Id="rId48" Type="http://schemas.openxmlformats.org/officeDocument/2006/relationships/theme" Target="theme/theme1.xml" /><Relationship Id="rId47" Type="http://schemas.openxmlformats.org/officeDocument/2006/relationships/viewProps" Target="viewProps.xml" /><Relationship Id="rId46"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42</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0.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March 3,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Section Header?</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content in section header?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2026-09-23T06:57:50Z</dcterms:created>
  <dcterms:modified xsi:type="dcterms:W3CDTF">2026-09-23T06:57:50Z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March 3,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